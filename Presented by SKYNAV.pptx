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8288000" cy="10287000"/>
  <p:notesSz cx="6858000" cy="9144000"/>
  <p:embeddedFontLst>
    <p:embeddedFont>
      <p:font typeface="Calibri" panose="020F0502020204030204" pitchFamily="34" charset="0"/>
      <p:regular r:id="rId17"/>
      <p:bold r:id="rId18"/>
      <p:italic r:id="rId19"/>
      <p:boldItalic r:id="rId20"/>
    </p:embeddedFont>
    <p:embeddedFont>
      <p:font typeface="Fredoka" panose="020B0604020202020204" charset="0"/>
      <p:regular r:id="rId21"/>
    </p:embeddedFont>
    <p:embeddedFont>
      <p:font typeface="Roboto" panose="020B0604020202020204" charset="0"/>
      <p:regular r:id="rId22"/>
    </p:embeddedFont>
    <p:embeddedFont>
      <p:font typeface="Roboto Bold" panose="020B0604020202020204" charset="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6" d="100"/>
          <a:sy n="46" d="100"/>
        </p:scale>
        <p:origin x="572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4.svg"/><Relationship Id="rId3" Type="http://schemas.openxmlformats.org/officeDocument/2006/relationships/image" Target="../media/image18.svg"/><Relationship Id="rId7" Type="http://schemas.openxmlformats.org/officeDocument/2006/relationships/image" Target="../media/image22.svg"/><Relationship Id="rId12" Type="http://schemas.openxmlformats.org/officeDocument/2006/relationships/image" Target="../media/image3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11" Type="http://schemas.openxmlformats.org/officeDocument/2006/relationships/image" Target="../media/image2.svg"/><Relationship Id="rId5" Type="http://schemas.openxmlformats.org/officeDocument/2006/relationships/image" Target="../media/image20.svg"/><Relationship Id="rId10" Type="http://schemas.openxmlformats.org/officeDocument/2006/relationships/image" Target="../media/image1.png"/><Relationship Id="rId4" Type="http://schemas.openxmlformats.org/officeDocument/2006/relationships/image" Target="../media/image19.png"/><Relationship Id="rId9" Type="http://schemas.openxmlformats.org/officeDocument/2006/relationships/image" Target="../media/image24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4.svg"/><Relationship Id="rId3" Type="http://schemas.openxmlformats.org/officeDocument/2006/relationships/image" Target="../media/image18.svg"/><Relationship Id="rId7" Type="http://schemas.openxmlformats.org/officeDocument/2006/relationships/image" Target="../media/image26.svg"/><Relationship Id="rId12" Type="http://schemas.openxmlformats.org/officeDocument/2006/relationships/image" Target="../media/image3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11" Type="http://schemas.openxmlformats.org/officeDocument/2006/relationships/image" Target="../media/image2.svg"/><Relationship Id="rId5" Type="http://schemas.openxmlformats.org/officeDocument/2006/relationships/image" Target="../media/image20.svg"/><Relationship Id="rId10" Type="http://schemas.openxmlformats.org/officeDocument/2006/relationships/image" Target="../media/image1.png"/><Relationship Id="rId4" Type="http://schemas.openxmlformats.org/officeDocument/2006/relationships/image" Target="../media/image19.png"/><Relationship Id="rId9" Type="http://schemas.openxmlformats.org/officeDocument/2006/relationships/image" Target="../media/image24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7" Type="http://schemas.openxmlformats.org/officeDocument/2006/relationships/image" Target="../media/image16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28.jpeg"/><Relationship Id="rId4" Type="http://schemas.openxmlformats.org/officeDocument/2006/relationships/image" Target="../media/image27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7" Type="http://schemas.openxmlformats.org/officeDocument/2006/relationships/image" Target="../media/image4.sv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svg"/><Relationship Id="rId3" Type="http://schemas.openxmlformats.org/officeDocument/2006/relationships/image" Target="../media/image32.jpeg"/><Relationship Id="rId7" Type="http://schemas.openxmlformats.org/officeDocument/2006/relationships/image" Target="../media/image34.png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10" Type="http://schemas.openxmlformats.org/officeDocument/2006/relationships/image" Target="../media/image16.svg"/><Relationship Id="rId4" Type="http://schemas.openxmlformats.org/officeDocument/2006/relationships/image" Target="../media/image33.jpeg"/><Relationship Id="rId9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7" Type="http://schemas.openxmlformats.org/officeDocument/2006/relationships/image" Target="../media/image41.svg"/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png"/><Relationship Id="rId5" Type="http://schemas.openxmlformats.org/officeDocument/2006/relationships/image" Target="../media/image39.jpeg"/><Relationship Id="rId4" Type="http://schemas.openxmlformats.org/officeDocument/2006/relationships/image" Target="../media/image38.jpe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35.svg"/><Relationship Id="rId7" Type="http://schemas.openxmlformats.org/officeDocument/2006/relationships/image" Target="../media/image2.sv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image" Target="../media/image43.svg"/><Relationship Id="rId4" Type="http://schemas.openxmlformats.org/officeDocument/2006/relationships/image" Target="../media/image42.png"/><Relationship Id="rId9" Type="http://schemas.openxmlformats.org/officeDocument/2006/relationships/image" Target="../media/image4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jpeg"/><Relationship Id="rId3" Type="http://schemas.openxmlformats.org/officeDocument/2006/relationships/image" Target="../media/image45.svg"/><Relationship Id="rId7" Type="http://schemas.openxmlformats.org/officeDocument/2006/relationships/image" Target="../media/image47.jpe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6.jpeg"/><Relationship Id="rId11" Type="http://schemas.openxmlformats.org/officeDocument/2006/relationships/image" Target="../media/image4.svg"/><Relationship Id="rId5" Type="http://schemas.openxmlformats.org/officeDocument/2006/relationships/image" Target="../media/image2.svg"/><Relationship Id="rId10" Type="http://schemas.openxmlformats.org/officeDocument/2006/relationships/image" Target="../media/image3.png"/><Relationship Id="rId4" Type="http://schemas.openxmlformats.org/officeDocument/2006/relationships/image" Target="../media/image1.png"/><Relationship Id="rId9" Type="http://schemas.openxmlformats.org/officeDocument/2006/relationships/image" Target="../media/image49.jpe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13" Type="http://schemas.openxmlformats.org/officeDocument/2006/relationships/image" Target="../media/image61.svg"/><Relationship Id="rId18" Type="http://schemas.openxmlformats.org/officeDocument/2006/relationships/image" Target="../media/image66.png"/><Relationship Id="rId3" Type="http://schemas.openxmlformats.org/officeDocument/2006/relationships/image" Target="../media/image51.svg"/><Relationship Id="rId21" Type="http://schemas.openxmlformats.org/officeDocument/2006/relationships/image" Target="../media/image2.svg"/><Relationship Id="rId7" Type="http://schemas.openxmlformats.org/officeDocument/2006/relationships/image" Target="../media/image55.svg"/><Relationship Id="rId12" Type="http://schemas.openxmlformats.org/officeDocument/2006/relationships/image" Target="../media/image60.png"/><Relationship Id="rId17" Type="http://schemas.openxmlformats.org/officeDocument/2006/relationships/image" Target="../media/image65.svg"/><Relationship Id="rId2" Type="http://schemas.openxmlformats.org/officeDocument/2006/relationships/image" Target="../media/image50.png"/><Relationship Id="rId16" Type="http://schemas.openxmlformats.org/officeDocument/2006/relationships/image" Target="../media/image64.png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4.png"/><Relationship Id="rId11" Type="http://schemas.openxmlformats.org/officeDocument/2006/relationships/image" Target="../media/image59.svg"/><Relationship Id="rId5" Type="http://schemas.openxmlformats.org/officeDocument/2006/relationships/image" Target="../media/image53.svg"/><Relationship Id="rId15" Type="http://schemas.openxmlformats.org/officeDocument/2006/relationships/image" Target="../media/image63.svg"/><Relationship Id="rId23" Type="http://schemas.openxmlformats.org/officeDocument/2006/relationships/image" Target="../media/image4.svg"/><Relationship Id="rId10" Type="http://schemas.openxmlformats.org/officeDocument/2006/relationships/image" Target="../media/image58.png"/><Relationship Id="rId19" Type="http://schemas.openxmlformats.org/officeDocument/2006/relationships/image" Target="../media/image67.svg"/><Relationship Id="rId4" Type="http://schemas.openxmlformats.org/officeDocument/2006/relationships/image" Target="../media/image52.png"/><Relationship Id="rId9" Type="http://schemas.openxmlformats.org/officeDocument/2006/relationships/image" Target="../media/image57.svg"/><Relationship Id="rId14" Type="http://schemas.openxmlformats.org/officeDocument/2006/relationships/image" Target="../media/image62.png"/><Relationship Id="rId22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png"/><Relationship Id="rId13" Type="http://schemas.openxmlformats.org/officeDocument/2006/relationships/image" Target="../media/image79.svg"/><Relationship Id="rId3" Type="http://schemas.openxmlformats.org/officeDocument/2006/relationships/image" Target="../media/image69.svg"/><Relationship Id="rId7" Type="http://schemas.openxmlformats.org/officeDocument/2006/relationships/image" Target="../media/image73.svg"/><Relationship Id="rId12" Type="http://schemas.openxmlformats.org/officeDocument/2006/relationships/image" Target="../media/image78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2.png"/><Relationship Id="rId11" Type="http://schemas.openxmlformats.org/officeDocument/2006/relationships/image" Target="../media/image77.svg"/><Relationship Id="rId5" Type="http://schemas.openxmlformats.org/officeDocument/2006/relationships/image" Target="../media/image71.svg"/><Relationship Id="rId15" Type="http://schemas.openxmlformats.org/officeDocument/2006/relationships/image" Target="../media/image81.svg"/><Relationship Id="rId10" Type="http://schemas.openxmlformats.org/officeDocument/2006/relationships/image" Target="../media/image76.png"/><Relationship Id="rId4" Type="http://schemas.openxmlformats.org/officeDocument/2006/relationships/image" Target="../media/image70.png"/><Relationship Id="rId9" Type="http://schemas.openxmlformats.org/officeDocument/2006/relationships/image" Target="../media/image75.svg"/><Relationship Id="rId14" Type="http://schemas.openxmlformats.org/officeDocument/2006/relationships/image" Target="../media/image80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13" Type="http://schemas.openxmlformats.org/officeDocument/2006/relationships/image" Target="../media/image55.svg"/><Relationship Id="rId18" Type="http://schemas.openxmlformats.org/officeDocument/2006/relationships/image" Target="../media/image92.png"/><Relationship Id="rId26" Type="http://schemas.openxmlformats.org/officeDocument/2006/relationships/image" Target="../media/image9.png"/><Relationship Id="rId3" Type="http://schemas.openxmlformats.org/officeDocument/2006/relationships/image" Target="../media/image83.svg"/><Relationship Id="rId21" Type="http://schemas.openxmlformats.org/officeDocument/2006/relationships/image" Target="../media/image95.svg"/><Relationship Id="rId7" Type="http://schemas.openxmlformats.org/officeDocument/2006/relationships/image" Target="../media/image87.svg"/><Relationship Id="rId12" Type="http://schemas.openxmlformats.org/officeDocument/2006/relationships/image" Target="../media/image54.png"/><Relationship Id="rId17" Type="http://schemas.openxmlformats.org/officeDocument/2006/relationships/image" Target="../media/image91.svg"/><Relationship Id="rId25" Type="http://schemas.openxmlformats.org/officeDocument/2006/relationships/image" Target="../media/image99.svg"/><Relationship Id="rId2" Type="http://schemas.openxmlformats.org/officeDocument/2006/relationships/image" Target="../media/image82.png"/><Relationship Id="rId16" Type="http://schemas.openxmlformats.org/officeDocument/2006/relationships/image" Target="../media/image90.png"/><Relationship Id="rId20" Type="http://schemas.openxmlformats.org/officeDocument/2006/relationships/image" Target="../media/image9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6.png"/><Relationship Id="rId11" Type="http://schemas.openxmlformats.org/officeDocument/2006/relationships/image" Target="../media/image69.svg"/><Relationship Id="rId24" Type="http://schemas.openxmlformats.org/officeDocument/2006/relationships/image" Target="../media/image98.png"/><Relationship Id="rId5" Type="http://schemas.openxmlformats.org/officeDocument/2006/relationships/image" Target="../media/image85.svg"/><Relationship Id="rId15" Type="http://schemas.openxmlformats.org/officeDocument/2006/relationships/image" Target="../media/image89.svg"/><Relationship Id="rId23" Type="http://schemas.openxmlformats.org/officeDocument/2006/relationships/image" Target="../media/image97.svg"/><Relationship Id="rId10" Type="http://schemas.openxmlformats.org/officeDocument/2006/relationships/image" Target="../media/image68.png"/><Relationship Id="rId19" Type="http://schemas.openxmlformats.org/officeDocument/2006/relationships/image" Target="../media/image93.svg"/><Relationship Id="rId4" Type="http://schemas.openxmlformats.org/officeDocument/2006/relationships/image" Target="../media/image84.png"/><Relationship Id="rId9" Type="http://schemas.openxmlformats.org/officeDocument/2006/relationships/image" Target="../media/image53.svg"/><Relationship Id="rId14" Type="http://schemas.openxmlformats.org/officeDocument/2006/relationships/image" Target="../media/image88.png"/><Relationship Id="rId22" Type="http://schemas.openxmlformats.org/officeDocument/2006/relationships/image" Target="../media/image96.png"/><Relationship Id="rId27" Type="http://schemas.openxmlformats.org/officeDocument/2006/relationships/image" Target="../media/image10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119910" y="6240639"/>
            <a:ext cx="6139390" cy="3471546"/>
          </a:xfrm>
          <a:custGeom>
            <a:avLst/>
            <a:gdLst/>
            <a:ahLst/>
            <a:cxnLst/>
            <a:rect l="l" t="t" r="r" b="b"/>
            <a:pathLst>
              <a:path w="6139390" h="3471546">
                <a:moveTo>
                  <a:pt x="0" y="0"/>
                </a:moveTo>
                <a:lnTo>
                  <a:pt x="6139390" y="0"/>
                </a:lnTo>
                <a:lnTo>
                  <a:pt x="6139390" y="3471546"/>
                </a:lnTo>
                <a:lnTo>
                  <a:pt x="0" y="34715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2659260" y="-264531"/>
            <a:ext cx="6307870" cy="3566814"/>
          </a:xfrm>
          <a:custGeom>
            <a:avLst/>
            <a:gdLst/>
            <a:ahLst/>
            <a:cxnLst/>
            <a:rect l="l" t="t" r="r" b="b"/>
            <a:pathLst>
              <a:path w="6307870" h="3566814">
                <a:moveTo>
                  <a:pt x="0" y="0"/>
                </a:moveTo>
                <a:lnTo>
                  <a:pt x="6307870" y="0"/>
                </a:lnTo>
                <a:lnTo>
                  <a:pt x="6307870" y="3566814"/>
                </a:lnTo>
                <a:lnTo>
                  <a:pt x="0" y="35668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5485972" y="-264531"/>
            <a:ext cx="4246431" cy="2586462"/>
          </a:xfrm>
          <a:custGeom>
            <a:avLst/>
            <a:gdLst/>
            <a:ahLst/>
            <a:cxnLst/>
            <a:rect l="l" t="t" r="r" b="b"/>
            <a:pathLst>
              <a:path w="4246431" h="2586462">
                <a:moveTo>
                  <a:pt x="0" y="0"/>
                </a:moveTo>
                <a:lnTo>
                  <a:pt x="4246431" y="0"/>
                </a:lnTo>
                <a:lnTo>
                  <a:pt x="4246431" y="2586462"/>
                </a:lnTo>
                <a:lnTo>
                  <a:pt x="0" y="25864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761345" y="574815"/>
            <a:ext cx="14765311" cy="9137371"/>
            <a:chOff x="0" y="0"/>
            <a:chExt cx="19687081" cy="1218316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9687081" cy="12183161"/>
            </a:xfrm>
            <a:custGeom>
              <a:avLst/>
              <a:gdLst/>
              <a:ahLst/>
              <a:cxnLst/>
              <a:rect l="l" t="t" r="r" b="b"/>
              <a:pathLst>
                <a:path w="19687081" h="12183161">
                  <a:moveTo>
                    <a:pt x="0" y="0"/>
                  </a:moveTo>
                  <a:lnTo>
                    <a:pt x="19687081" y="0"/>
                  </a:lnTo>
                  <a:lnTo>
                    <a:pt x="19687081" y="12183161"/>
                  </a:lnTo>
                  <a:lnTo>
                    <a:pt x="0" y="121831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-26636" b="-88635"/>
              </a:stretch>
            </a:blipFill>
          </p:spPr>
        </p:sp>
        <p:grpSp>
          <p:nvGrpSpPr>
            <p:cNvPr id="7" name="Group 7"/>
            <p:cNvGrpSpPr/>
            <p:nvPr/>
          </p:nvGrpSpPr>
          <p:grpSpPr>
            <a:xfrm rot="-847417">
              <a:off x="12086722" y="3301026"/>
              <a:ext cx="2305965" cy="5581109"/>
              <a:chOff x="0" y="0"/>
              <a:chExt cx="455499" cy="1102441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455499" cy="1102441"/>
              </a:xfrm>
              <a:custGeom>
                <a:avLst/>
                <a:gdLst/>
                <a:ahLst/>
                <a:cxnLst/>
                <a:rect l="l" t="t" r="r" b="b"/>
                <a:pathLst>
                  <a:path w="455499" h="1102441">
                    <a:moveTo>
                      <a:pt x="0" y="0"/>
                    </a:moveTo>
                    <a:lnTo>
                      <a:pt x="455499" y="0"/>
                    </a:lnTo>
                    <a:lnTo>
                      <a:pt x="455499" y="1102441"/>
                    </a:lnTo>
                    <a:lnTo>
                      <a:pt x="0" y="1102441"/>
                    </a:lnTo>
                    <a:close/>
                  </a:path>
                </a:pathLst>
              </a:custGeom>
              <a:solidFill>
                <a:srgbClr val="CAEEEF"/>
              </a:solidFill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0" y="-47625"/>
                <a:ext cx="455499" cy="115006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0" name="Freeform 10"/>
          <p:cNvSpPr/>
          <p:nvPr/>
        </p:nvSpPr>
        <p:spPr>
          <a:xfrm>
            <a:off x="-892008" y="7284639"/>
            <a:ext cx="6980795" cy="3947323"/>
          </a:xfrm>
          <a:custGeom>
            <a:avLst/>
            <a:gdLst/>
            <a:ahLst/>
            <a:cxnLst/>
            <a:rect l="l" t="t" r="r" b="b"/>
            <a:pathLst>
              <a:path w="6980795" h="3947323">
                <a:moveTo>
                  <a:pt x="0" y="0"/>
                </a:moveTo>
                <a:lnTo>
                  <a:pt x="6980795" y="0"/>
                </a:lnTo>
                <a:lnTo>
                  <a:pt x="6980795" y="3947322"/>
                </a:lnTo>
                <a:lnTo>
                  <a:pt x="0" y="39473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flipH="1">
            <a:off x="-1892126" y="-264531"/>
            <a:ext cx="8981032" cy="4490516"/>
          </a:xfrm>
          <a:custGeom>
            <a:avLst/>
            <a:gdLst/>
            <a:ahLst/>
            <a:cxnLst/>
            <a:rect l="l" t="t" r="r" b="b"/>
            <a:pathLst>
              <a:path w="8981032" h="4490516">
                <a:moveTo>
                  <a:pt x="8981032" y="0"/>
                </a:moveTo>
                <a:lnTo>
                  <a:pt x="0" y="0"/>
                </a:lnTo>
                <a:lnTo>
                  <a:pt x="0" y="4490516"/>
                </a:lnTo>
                <a:lnTo>
                  <a:pt x="8981032" y="4490516"/>
                </a:lnTo>
                <a:lnTo>
                  <a:pt x="8981032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-207806" y="7760415"/>
            <a:ext cx="3204399" cy="1951770"/>
          </a:xfrm>
          <a:custGeom>
            <a:avLst/>
            <a:gdLst/>
            <a:ahLst/>
            <a:cxnLst/>
            <a:rect l="l" t="t" r="r" b="b"/>
            <a:pathLst>
              <a:path w="3204399" h="1951770">
                <a:moveTo>
                  <a:pt x="0" y="0"/>
                </a:moveTo>
                <a:lnTo>
                  <a:pt x="3204399" y="0"/>
                </a:lnTo>
                <a:lnTo>
                  <a:pt x="3204399" y="1951770"/>
                </a:lnTo>
                <a:lnTo>
                  <a:pt x="0" y="195177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 rot="-787823">
            <a:off x="4872374" y="4331147"/>
            <a:ext cx="8403735" cy="21190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260"/>
              </a:lnSpc>
            </a:pPr>
            <a:r>
              <a:rPr lang="en-US" sz="7793">
                <a:solidFill>
                  <a:srgbClr val="112838"/>
                </a:solidFill>
                <a:latin typeface="Fredoka"/>
                <a:ea typeface="Fredoka"/>
                <a:cs typeface="Fredoka"/>
                <a:sym typeface="Fredoka"/>
              </a:rPr>
              <a:t>LET'S EXPLORE THE WORLD!</a:t>
            </a:r>
          </a:p>
        </p:txBody>
      </p:sp>
      <p:sp>
        <p:nvSpPr>
          <p:cNvPr id="14" name="Freeform 14"/>
          <p:cNvSpPr/>
          <p:nvPr/>
        </p:nvSpPr>
        <p:spPr>
          <a:xfrm rot="696687">
            <a:off x="13837804" y="4943119"/>
            <a:ext cx="3950782" cy="4683039"/>
          </a:xfrm>
          <a:custGeom>
            <a:avLst/>
            <a:gdLst/>
            <a:ahLst/>
            <a:cxnLst/>
            <a:rect l="l" t="t" r="r" b="b"/>
            <a:pathLst>
              <a:path w="3950782" h="4683039">
                <a:moveTo>
                  <a:pt x="0" y="0"/>
                </a:moveTo>
                <a:lnTo>
                  <a:pt x="3950782" y="0"/>
                </a:lnTo>
                <a:lnTo>
                  <a:pt x="3950782" y="4683039"/>
                </a:lnTo>
                <a:lnTo>
                  <a:pt x="0" y="468303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 rot="-787823">
            <a:off x="5240018" y="6650553"/>
            <a:ext cx="8359130" cy="3813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62"/>
              </a:lnSpc>
            </a:pPr>
            <a:r>
              <a:rPr lang="en-US" sz="2700">
                <a:solidFill>
                  <a:srgbClr val="112838"/>
                </a:solidFill>
                <a:latin typeface="Roboto"/>
                <a:ea typeface="Roboto"/>
                <a:cs typeface="Roboto"/>
                <a:sym typeface="Roboto"/>
              </a:rPr>
              <a:t>Presented by: SKYNAV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699391">
            <a:off x="700197" y="663471"/>
            <a:ext cx="16781112" cy="8909245"/>
          </a:xfrm>
          <a:custGeom>
            <a:avLst/>
            <a:gdLst/>
            <a:ahLst/>
            <a:cxnLst/>
            <a:rect l="l" t="t" r="r" b="b"/>
            <a:pathLst>
              <a:path w="16781112" h="8909245">
                <a:moveTo>
                  <a:pt x="0" y="0"/>
                </a:moveTo>
                <a:lnTo>
                  <a:pt x="16781112" y="0"/>
                </a:lnTo>
                <a:lnTo>
                  <a:pt x="16781112" y="8909245"/>
                </a:lnTo>
                <a:lnTo>
                  <a:pt x="0" y="89092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 rot="-643763">
            <a:off x="8892682" y="3478449"/>
            <a:ext cx="7139001" cy="4715349"/>
            <a:chOff x="0" y="0"/>
            <a:chExt cx="1004478" cy="66346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004478" cy="663463"/>
            </a:xfrm>
            <a:custGeom>
              <a:avLst/>
              <a:gdLst/>
              <a:ahLst/>
              <a:cxnLst/>
              <a:rect l="l" t="t" r="r" b="b"/>
              <a:pathLst>
                <a:path w="1004478" h="663463">
                  <a:moveTo>
                    <a:pt x="59645" y="0"/>
                  </a:moveTo>
                  <a:lnTo>
                    <a:pt x="944833" y="0"/>
                  </a:lnTo>
                  <a:cubicBezTo>
                    <a:pt x="960651" y="0"/>
                    <a:pt x="975822" y="6284"/>
                    <a:pt x="987008" y="17470"/>
                  </a:cubicBezTo>
                  <a:cubicBezTo>
                    <a:pt x="998194" y="28655"/>
                    <a:pt x="1004478" y="43826"/>
                    <a:pt x="1004478" y="59645"/>
                  </a:cubicBezTo>
                  <a:lnTo>
                    <a:pt x="1004478" y="603818"/>
                  </a:lnTo>
                  <a:cubicBezTo>
                    <a:pt x="1004478" y="619637"/>
                    <a:pt x="998194" y="634808"/>
                    <a:pt x="987008" y="645993"/>
                  </a:cubicBezTo>
                  <a:cubicBezTo>
                    <a:pt x="975822" y="657179"/>
                    <a:pt x="960651" y="663463"/>
                    <a:pt x="944833" y="663463"/>
                  </a:cubicBezTo>
                  <a:lnTo>
                    <a:pt x="59645" y="663463"/>
                  </a:lnTo>
                  <a:cubicBezTo>
                    <a:pt x="43826" y="663463"/>
                    <a:pt x="28655" y="657179"/>
                    <a:pt x="17470" y="645993"/>
                  </a:cubicBezTo>
                  <a:cubicBezTo>
                    <a:pt x="6284" y="634808"/>
                    <a:pt x="0" y="619637"/>
                    <a:pt x="0" y="603818"/>
                  </a:cubicBezTo>
                  <a:lnTo>
                    <a:pt x="0" y="59645"/>
                  </a:lnTo>
                  <a:cubicBezTo>
                    <a:pt x="0" y="43826"/>
                    <a:pt x="6284" y="28655"/>
                    <a:pt x="17470" y="17470"/>
                  </a:cubicBezTo>
                  <a:cubicBezTo>
                    <a:pt x="28655" y="6284"/>
                    <a:pt x="43826" y="0"/>
                    <a:pt x="59645" y="0"/>
                  </a:cubicBezTo>
                  <a:close/>
                </a:path>
              </a:pathLst>
            </a:custGeom>
            <a:solidFill>
              <a:srgbClr val="FFF6EE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1004478" cy="7110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7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rot="1162792">
            <a:off x="-2938996" y="7478832"/>
            <a:ext cx="7935392" cy="7935392"/>
          </a:xfrm>
          <a:custGeom>
            <a:avLst/>
            <a:gdLst/>
            <a:ahLst/>
            <a:cxnLst/>
            <a:rect l="l" t="t" r="r" b="b"/>
            <a:pathLst>
              <a:path w="7935392" h="7935392">
                <a:moveTo>
                  <a:pt x="0" y="0"/>
                </a:moveTo>
                <a:lnTo>
                  <a:pt x="7935392" y="0"/>
                </a:lnTo>
                <a:lnTo>
                  <a:pt x="7935392" y="7935392"/>
                </a:lnTo>
                <a:lnTo>
                  <a:pt x="0" y="79353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-7790088">
            <a:off x="11442803" y="-599120"/>
            <a:ext cx="7419637" cy="5719866"/>
          </a:xfrm>
          <a:custGeom>
            <a:avLst/>
            <a:gdLst/>
            <a:ahLst/>
            <a:cxnLst/>
            <a:rect l="l" t="t" r="r" b="b"/>
            <a:pathLst>
              <a:path w="7419637" h="5719866">
                <a:moveTo>
                  <a:pt x="0" y="0"/>
                </a:moveTo>
                <a:lnTo>
                  <a:pt x="7419637" y="0"/>
                </a:lnTo>
                <a:lnTo>
                  <a:pt x="7419637" y="5719866"/>
                </a:lnTo>
                <a:lnTo>
                  <a:pt x="0" y="57198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028700" y="1307326"/>
            <a:ext cx="10247852" cy="12812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887"/>
              </a:lnSpc>
            </a:pPr>
            <a:r>
              <a:rPr lang="en-US" sz="9328">
                <a:solidFill>
                  <a:srgbClr val="112838"/>
                </a:solidFill>
                <a:latin typeface="Fredoka"/>
                <a:ea typeface="Fredoka"/>
                <a:cs typeface="Fredoka"/>
                <a:sym typeface="Fredoka"/>
              </a:rPr>
              <a:t>TOPIC OUTLINE</a:t>
            </a:r>
          </a:p>
        </p:txBody>
      </p:sp>
      <p:sp>
        <p:nvSpPr>
          <p:cNvPr id="9" name="TextBox 9"/>
          <p:cNvSpPr txBox="1"/>
          <p:nvPr/>
        </p:nvSpPr>
        <p:spPr>
          <a:xfrm rot="-624567">
            <a:off x="9219264" y="4091742"/>
            <a:ext cx="5617750" cy="4005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12214" lvl="1" indent="-356107" algn="l">
              <a:lnSpc>
                <a:spcPts val="3496"/>
              </a:lnSpc>
              <a:buFont typeface="Arial"/>
              <a:buChar char="•"/>
            </a:pPr>
            <a:r>
              <a:rPr lang="en-US" sz="3298">
                <a:solidFill>
                  <a:srgbClr val="112838"/>
                </a:solidFill>
                <a:latin typeface="Fredoka"/>
                <a:ea typeface="Fredoka"/>
                <a:cs typeface="Fredoka"/>
                <a:sym typeface="Fredoka"/>
              </a:rPr>
              <a:t> SEARCH FLIGHTS                                        </a:t>
            </a:r>
          </a:p>
          <a:p>
            <a:pPr marL="712214" lvl="1" indent="-356107" algn="l">
              <a:lnSpc>
                <a:spcPts val="3496"/>
              </a:lnSpc>
              <a:buFont typeface="Arial"/>
              <a:buChar char="•"/>
            </a:pPr>
            <a:r>
              <a:rPr lang="en-US" sz="3298">
                <a:solidFill>
                  <a:srgbClr val="112838"/>
                </a:solidFill>
                <a:latin typeface="Fredoka"/>
                <a:ea typeface="Fredoka"/>
                <a:cs typeface="Fredoka"/>
                <a:sym typeface="Fredoka"/>
              </a:rPr>
              <a:t>  Book a Flight                                                                                </a:t>
            </a:r>
          </a:p>
          <a:p>
            <a:pPr marL="712214" lvl="1" indent="-356107" algn="l">
              <a:lnSpc>
                <a:spcPts val="3496"/>
              </a:lnSpc>
              <a:buFont typeface="Arial"/>
              <a:buChar char="•"/>
            </a:pPr>
            <a:r>
              <a:rPr lang="en-US" sz="3298">
                <a:solidFill>
                  <a:srgbClr val="112838"/>
                </a:solidFill>
                <a:latin typeface="Fredoka"/>
                <a:ea typeface="Fredoka"/>
                <a:cs typeface="Fredoka"/>
                <a:sym typeface="Fredoka"/>
              </a:rPr>
              <a:t>View Hotel INFO </a:t>
            </a:r>
          </a:p>
          <a:p>
            <a:pPr marL="712214" lvl="1" indent="-356107" algn="l">
              <a:lnSpc>
                <a:spcPts val="3496"/>
              </a:lnSpc>
              <a:buFont typeface="Arial"/>
              <a:buChar char="•"/>
            </a:pPr>
            <a:r>
              <a:rPr lang="en-US" sz="3298">
                <a:solidFill>
                  <a:srgbClr val="112838"/>
                </a:solidFill>
                <a:latin typeface="Fredoka"/>
                <a:ea typeface="Fredoka"/>
                <a:cs typeface="Fredoka"/>
                <a:sym typeface="Fredoka"/>
              </a:rPr>
              <a:t> Find Cheapest  Route                                                                      </a:t>
            </a:r>
          </a:p>
          <a:p>
            <a:pPr marL="712214" lvl="1" indent="-356107" algn="l">
              <a:lnSpc>
                <a:spcPts val="3496"/>
              </a:lnSpc>
              <a:buFont typeface="Arial"/>
              <a:buChar char="•"/>
            </a:pPr>
            <a:r>
              <a:rPr lang="en-US" sz="3298">
                <a:solidFill>
                  <a:srgbClr val="112838"/>
                </a:solidFill>
                <a:latin typeface="Fredoka"/>
                <a:ea typeface="Fredoka"/>
                <a:cs typeface="Fredoka"/>
                <a:sym typeface="Fredoka"/>
              </a:rPr>
              <a:t>Currency Converter                                  </a:t>
            </a:r>
          </a:p>
          <a:p>
            <a:pPr marL="712214" lvl="1" indent="-356107" algn="l">
              <a:lnSpc>
                <a:spcPts val="3496"/>
              </a:lnSpc>
              <a:buFont typeface="Arial"/>
              <a:buChar char="•"/>
            </a:pPr>
            <a:r>
              <a:rPr lang="en-US" sz="3298">
                <a:solidFill>
                  <a:srgbClr val="112838"/>
                </a:solidFill>
                <a:latin typeface="Fredoka"/>
                <a:ea typeface="Fredoka"/>
                <a:cs typeface="Fredoka"/>
                <a:sym typeface="Fredoka"/>
              </a:rPr>
              <a:t>View Available Cities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4169036" y="5143500"/>
            <a:ext cx="25267446" cy="7762757"/>
            <a:chOff x="0" y="0"/>
            <a:chExt cx="33689928" cy="1035034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973637" cy="10350342"/>
            </a:xfrm>
            <a:custGeom>
              <a:avLst/>
              <a:gdLst/>
              <a:ahLst/>
              <a:cxnLst/>
              <a:rect l="l" t="t" r="r" b="b"/>
              <a:pathLst>
                <a:path w="16973637" h="10350342">
                  <a:moveTo>
                    <a:pt x="0" y="0"/>
                  </a:moveTo>
                  <a:lnTo>
                    <a:pt x="16973637" y="0"/>
                  </a:lnTo>
                  <a:lnTo>
                    <a:pt x="16973637" y="10350342"/>
                  </a:lnTo>
                  <a:lnTo>
                    <a:pt x="0" y="103503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r="-32040"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 flipH="1">
              <a:off x="16716291" y="0"/>
              <a:ext cx="16973637" cy="10350342"/>
            </a:xfrm>
            <a:custGeom>
              <a:avLst/>
              <a:gdLst/>
              <a:ahLst/>
              <a:cxnLst/>
              <a:rect l="l" t="t" r="r" b="b"/>
              <a:pathLst>
                <a:path w="16973637" h="10350342">
                  <a:moveTo>
                    <a:pt x="16973637" y="0"/>
                  </a:moveTo>
                  <a:lnTo>
                    <a:pt x="0" y="0"/>
                  </a:lnTo>
                  <a:lnTo>
                    <a:pt x="0" y="10350342"/>
                  </a:lnTo>
                  <a:lnTo>
                    <a:pt x="16973637" y="10350342"/>
                  </a:lnTo>
                  <a:lnTo>
                    <a:pt x="16973637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r="-32040"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>
            <a:off x="-188659" y="6135564"/>
            <a:ext cx="22815799" cy="7009553"/>
            <a:chOff x="0" y="0"/>
            <a:chExt cx="30421066" cy="934607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5326721" cy="9346070"/>
            </a:xfrm>
            <a:custGeom>
              <a:avLst/>
              <a:gdLst/>
              <a:ahLst/>
              <a:cxnLst/>
              <a:rect l="l" t="t" r="r" b="b"/>
              <a:pathLst>
                <a:path w="15326721" h="9346070">
                  <a:moveTo>
                    <a:pt x="0" y="0"/>
                  </a:moveTo>
                  <a:lnTo>
                    <a:pt x="15326721" y="0"/>
                  </a:lnTo>
                  <a:lnTo>
                    <a:pt x="15326721" y="9346070"/>
                  </a:lnTo>
                  <a:lnTo>
                    <a:pt x="0" y="93460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r="-32040"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 flipH="1">
              <a:off x="15094344" y="0"/>
              <a:ext cx="15326721" cy="9346070"/>
            </a:xfrm>
            <a:custGeom>
              <a:avLst/>
              <a:gdLst/>
              <a:ahLst/>
              <a:cxnLst/>
              <a:rect l="l" t="t" r="r" b="b"/>
              <a:pathLst>
                <a:path w="15326721" h="9346070">
                  <a:moveTo>
                    <a:pt x="15326722" y="0"/>
                  </a:moveTo>
                  <a:lnTo>
                    <a:pt x="0" y="0"/>
                  </a:lnTo>
                  <a:lnTo>
                    <a:pt x="0" y="9346070"/>
                  </a:lnTo>
                  <a:lnTo>
                    <a:pt x="15326722" y="9346070"/>
                  </a:lnTo>
                  <a:lnTo>
                    <a:pt x="15326722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r="-32040"/>
              </a:stretch>
            </a:blipFill>
          </p:spPr>
        </p:sp>
      </p:grpSp>
      <p:sp>
        <p:nvSpPr>
          <p:cNvPr id="8" name="Freeform 8"/>
          <p:cNvSpPr/>
          <p:nvPr/>
        </p:nvSpPr>
        <p:spPr>
          <a:xfrm>
            <a:off x="10376194" y="4802845"/>
            <a:ext cx="7130698" cy="5484155"/>
          </a:xfrm>
          <a:custGeom>
            <a:avLst/>
            <a:gdLst/>
            <a:ahLst/>
            <a:cxnLst/>
            <a:rect l="l" t="t" r="r" b="b"/>
            <a:pathLst>
              <a:path w="7130698" h="5484155">
                <a:moveTo>
                  <a:pt x="0" y="0"/>
                </a:moveTo>
                <a:lnTo>
                  <a:pt x="7130698" y="0"/>
                </a:lnTo>
                <a:lnTo>
                  <a:pt x="7130698" y="5484155"/>
                </a:lnTo>
                <a:lnTo>
                  <a:pt x="0" y="548415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-1692346" y="7794608"/>
            <a:ext cx="20314065" cy="6240961"/>
            <a:chOff x="0" y="0"/>
            <a:chExt cx="27085420" cy="832128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3646159" cy="8321281"/>
            </a:xfrm>
            <a:custGeom>
              <a:avLst/>
              <a:gdLst/>
              <a:ahLst/>
              <a:cxnLst/>
              <a:rect l="l" t="t" r="r" b="b"/>
              <a:pathLst>
                <a:path w="13646159" h="8321281">
                  <a:moveTo>
                    <a:pt x="0" y="0"/>
                  </a:moveTo>
                  <a:lnTo>
                    <a:pt x="13646159" y="0"/>
                  </a:lnTo>
                  <a:lnTo>
                    <a:pt x="13646159" y="8321281"/>
                  </a:lnTo>
                  <a:lnTo>
                    <a:pt x="0" y="83212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r="-32040"/>
              </a:stretch>
            </a:blipFill>
          </p:spPr>
        </p:sp>
        <p:sp>
          <p:nvSpPr>
            <p:cNvPr id="11" name="Freeform 11"/>
            <p:cNvSpPr/>
            <p:nvPr/>
          </p:nvSpPr>
          <p:spPr>
            <a:xfrm flipH="1">
              <a:off x="13439262" y="0"/>
              <a:ext cx="13646159" cy="8321281"/>
            </a:xfrm>
            <a:custGeom>
              <a:avLst/>
              <a:gdLst/>
              <a:ahLst/>
              <a:cxnLst/>
              <a:rect l="l" t="t" r="r" b="b"/>
              <a:pathLst>
                <a:path w="13646159" h="8321281">
                  <a:moveTo>
                    <a:pt x="13646158" y="0"/>
                  </a:moveTo>
                  <a:lnTo>
                    <a:pt x="0" y="0"/>
                  </a:lnTo>
                  <a:lnTo>
                    <a:pt x="0" y="8321281"/>
                  </a:lnTo>
                  <a:lnTo>
                    <a:pt x="13646158" y="8321281"/>
                  </a:lnTo>
                  <a:lnTo>
                    <a:pt x="13646158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r="-32040"/>
              </a:stretch>
            </a:blipFill>
          </p:spPr>
        </p:sp>
      </p:grpSp>
      <p:sp>
        <p:nvSpPr>
          <p:cNvPr id="12" name="Freeform 12"/>
          <p:cNvSpPr/>
          <p:nvPr/>
        </p:nvSpPr>
        <p:spPr>
          <a:xfrm>
            <a:off x="-866444" y="-269166"/>
            <a:ext cx="5414911" cy="3061886"/>
          </a:xfrm>
          <a:custGeom>
            <a:avLst/>
            <a:gdLst/>
            <a:ahLst/>
            <a:cxnLst/>
            <a:rect l="l" t="t" r="r" b="b"/>
            <a:pathLst>
              <a:path w="5414911" h="3061886">
                <a:moveTo>
                  <a:pt x="0" y="0"/>
                </a:moveTo>
                <a:lnTo>
                  <a:pt x="5414910" y="0"/>
                </a:lnTo>
                <a:lnTo>
                  <a:pt x="5414910" y="3061886"/>
                </a:lnTo>
                <a:lnTo>
                  <a:pt x="0" y="306188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4189567" y="624580"/>
            <a:ext cx="5414911" cy="3061886"/>
          </a:xfrm>
          <a:custGeom>
            <a:avLst/>
            <a:gdLst/>
            <a:ahLst/>
            <a:cxnLst/>
            <a:rect l="l" t="t" r="r" b="b"/>
            <a:pathLst>
              <a:path w="5414911" h="3061886">
                <a:moveTo>
                  <a:pt x="0" y="0"/>
                </a:moveTo>
                <a:lnTo>
                  <a:pt x="5414911" y="0"/>
                </a:lnTo>
                <a:lnTo>
                  <a:pt x="5414911" y="3061886"/>
                </a:lnTo>
                <a:lnTo>
                  <a:pt x="0" y="306188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494448" y="0"/>
            <a:ext cx="3204399" cy="1951770"/>
          </a:xfrm>
          <a:custGeom>
            <a:avLst/>
            <a:gdLst/>
            <a:ahLst/>
            <a:cxnLst/>
            <a:rect l="l" t="t" r="r" b="b"/>
            <a:pathLst>
              <a:path w="3204399" h="1951770">
                <a:moveTo>
                  <a:pt x="0" y="0"/>
                </a:moveTo>
                <a:lnTo>
                  <a:pt x="3204399" y="0"/>
                </a:lnTo>
                <a:lnTo>
                  <a:pt x="3204399" y="1951770"/>
                </a:lnTo>
                <a:lnTo>
                  <a:pt x="0" y="195177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3305977" y="1955669"/>
            <a:ext cx="11676046" cy="14677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65"/>
              </a:lnSpc>
            </a:pPr>
            <a:r>
              <a:rPr lang="en-US" sz="10628">
                <a:solidFill>
                  <a:srgbClr val="112838"/>
                </a:solidFill>
                <a:latin typeface="Fredoka"/>
                <a:ea typeface="Fredoka"/>
                <a:cs typeface="Fredoka"/>
                <a:sym typeface="Fredoka"/>
              </a:rPr>
              <a:t>INTRODUCTION</a:t>
            </a:r>
          </a:p>
        </p:txBody>
      </p:sp>
      <p:sp>
        <p:nvSpPr>
          <p:cNvPr id="16" name="Freeform 16"/>
          <p:cNvSpPr/>
          <p:nvPr/>
        </p:nvSpPr>
        <p:spPr>
          <a:xfrm>
            <a:off x="16112860" y="1471662"/>
            <a:ext cx="3204399" cy="1951770"/>
          </a:xfrm>
          <a:custGeom>
            <a:avLst/>
            <a:gdLst/>
            <a:ahLst/>
            <a:cxnLst/>
            <a:rect l="l" t="t" r="r" b="b"/>
            <a:pathLst>
              <a:path w="3204399" h="1951770">
                <a:moveTo>
                  <a:pt x="0" y="0"/>
                </a:moveTo>
                <a:lnTo>
                  <a:pt x="3204399" y="0"/>
                </a:lnTo>
                <a:lnTo>
                  <a:pt x="3204399" y="1951770"/>
                </a:lnTo>
                <a:lnTo>
                  <a:pt x="0" y="195177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876101">
            <a:off x="5770194" y="6705796"/>
            <a:ext cx="15336061" cy="9351766"/>
          </a:xfrm>
          <a:custGeom>
            <a:avLst/>
            <a:gdLst/>
            <a:ahLst/>
            <a:cxnLst/>
            <a:rect l="l" t="t" r="r" b="b"/>
            <a:pathLst>
              <a:path w="15336061" h="9351766">
                <a:moveTo>
                  <a:pt x="0" y="0"/>
                </a:moveTo>
                <a:lnTo>
                  <a:pt x="15336061" y="0"/>
                </a:lnTo>
                <a:lnTo>
                  <a:pt x="15336061" y="9351766"/>
                </a:lnTo>
                <a:lnTo>
                  <a:pt x="0" y="93517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r="-32040"/>
            </a:stretch>
          </a:blipFill>
        </p:spPr>
      </p:sp>
      <p:sp>
        <p:nvSpPr>
          <p:cNvPr id="3" name="Freeform 3"/>
          <p:cNvSpPr/>
          <p:nvPr/>
        </p:nvSpPr>
        <p:spPr>
          <a:xfrm rot="-438510">
            <a:off x="6040816" y="7218924"/>
            <a:ext cx="16958692" cy="10341229"/>
          </a:xfrm>
          <a:custGeom>
            <a:avLst/>
            <a:gdLst/>
            <a:ahLst/>
            <a:cxnLst/>
            <a:rect l="l" t="t" r="r" b="b"/>
            <a:pathLst>
              <a:path w="16958692" h="10341229">
                <a:moveTo>
                  <a:pt x="0" y="0"/>
                </a:moveTo>
                <a:lnTo>
                  <a:pt x="16958693" y="0"/>
                </a:lnTo>
                <a:lnTo>
                  <a:pt x="16958693" y="10341229"/>
                </a:lnTo>
                <a:lnTo>
                  <a:pt x="0" y="103412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r="-32040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1825994" y="4309480"/>
            <a:ext cx="6053817" cy="6053817"/>
          </a:xfrm>
          <a:custGeom>
            <a:avLst/>
            <a:gdLst/>
            <a:ahLst/>
            <a:cxnLst/>
            <a:rect l="l" t="t" r="r" b="b"/>
            <a:pathLst>
              <a:path w="6053817" h="6053817">
                <a:moveTo>
                  <a:pt x="0" y="0"/>
                </a:moveTo>
                <a:lnTo>
                  <a:pt x="6053817" y="0"/>
                </a:lnTo>
                <a:lnTo>
                  <a:pt x="6053817" y="6053817"/>
                </a:lnTo>
                <a:lnTo>
                  <a:pt x="0" y="605381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6617657" y="8948201"/>
            <a:ext cx="12329610" cy="7518464"/>
          </a:xfrm>
          <a:custGeom>
            <a:avLst/>
            <a:gdLst/>
            <a:ahLst/>
            <a:cxnLst/>
            <a:rect l="l" t="t" r="r" b="b"/>
            <a:pathLst>
              <a:path w="12329610" h="7518464">
                <a:moveTo>
                  <a:pt x="0" y="0"/>
                </a:moveTo>
                <a:lnTo>
                  <a:pt x="12329610" y="0"/>
                </a:lnTo>
                <a:lnTo>
                  <a:pt x="12329610" y="7518464"/>
                </a:lnTo>
                <a:lnTo>
                  <a:pt x="0" y="751846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r="-32040"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620455" y="516269"/>
            <a:ext cx="10123911" cy="11707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038"/>
              </a:lnSpc>
            </a:pPr>
            <a:r>
              <a:rPr lang="en-US" sz="8526">
                <a:solidFill>
                  <a:srgbClr val="112838"/>
                </a:solidFill>
                <a:latin typeface="Fredoka"/>
                <a:ea typeface="Fredoka"/>
                <a:cs typeface="Fredoka"/>
                <a:sym typeface="Fredoka"/>
              </a:rPr>
              <a:t>INTRODUCTION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27218" y="3121790"/>
            <a:ext cx="11098776" cy="7040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53751" lvl="1" indent="-326876" algn="l">
              <a:lnSpc>
                <a:spcPts val="4542"/>
              </a:lnSpc>
              <a:buFont typeface="Arial"/>
              <a:buChar char="•"/>
            </a:pPr>
            <a:r>
              <a:rPr lang="en-US" sz="3028">
                <a:solidFill>
                  <a:srgbClr val="112838"/>
                </a:solidFill>
                <a:latin typeface="Roboto"/>
                <a:ea typeface="Roboto"/>
                <a:cs typeface="Roboto"/>
                <a:sym typeface="Roboto"/>
              </a:rPr>
              <a:t>Allows users to search, view, and book flights</a:t>
            </a:r>
          </a:p>
          <a:p>
            <a:pPr marL="653751" lvl="1" indent="-326876" algn="l">
              <a:lnSpc>
                <a:spcPts val="4542"/>
              </a:lnSpc>
              <a:buFont typeface="Arial"/>
              <a:buChar char="•"/>
            </a:pPr>
            <a:r>
              <a:rPr lang="en-US" sz="3028">
                <a:solidFill>
                  <a:srgbClr val="112838"/>
                </a:solidFill>
                <a:latin typeface="Roboto"/>
                <a:ea typeface="Roboto"/>
                <a:cs typeface="Roboto"/>
                <a:sym typeface="Roboto"/>
              </a:rPr>
              <a:t>Uses intelligent algorithms to suggest the most efficient travel options</a:t>
            </a:r>
          </a:p>
          <a:p>
            <a:pPr marL="653751" lvl="1" indent="-326876" algn="l">
              <a:lnSpc>
                <a:spcPts val="4542"/>
              </a:lnSpc>
              <a:buFont typeface="Arial"/>
              <a:buChar char="•"/>
            </a:pPr>
            <a:r>
              <a:rPr lang="en-US" sz="3028">
                <a:solidFill>
                  <a:srgbClr val="112838"/>
                </a:solidFill>
                <a:latin typeface="Roboto"/>
                <a:ea typeface="Roboto"/>
                <a:cs typeface="Roboto"/>
                <a:sym typeface="Roboto"/>
              </a:rPr>
              <a:t>Developed as a Data Structures and Algorithms (DSA) project</a:t>
            </a:r>
          </a:p>
          <a:p>
            <a:pPr marL="653751" lvl="1" indent="-326876" algn="l">
              <a:lnSpc>
                <a:spcPts val="4542"/>
              </a:lnSpc>
              <a:buFont typeface="Arial"/>
              <a:buChar char="•"/>
            </a:pPr>
            <a:r>
              <a:rPr lang="en-US" sz="3028">
                <a:solidFill>
                  <a:srgbClr val="112838"/>
                </a:solidFill>
                <a:latin typeface="Roboto"/>
                <a:ea typeface="Roboto"/>
                <a:cs typeface="Roboto"/>
                <a:sym typeface="Roboto"/>
              </a:rPr>
              <a:t>Implements object-oriented programming (OOP) principles</a:t>
            </a:r>
          </a:p>
          <a:p>
            <a:pPr marL="653751" lvl="1" indent="-326876" algn="l">
              <a:lnSpc>
                <a:spcPts val="4542"/>
              </a:lnSpc>
              <a:buFont typeface="Arial"/>
              <a:buChar char="•"/>
            </a:pPr>
            <a:r>
              <a:rPr lang="en-US" sz="3028">
                <a:solidFill>
                  <a:srgbClr val="112838"/>
                </a:solidFill>
                <a:latin typeface="Roboto"/>
                <a:ea typeface="Roboto"/>
                <a:cs typeface="Roboto"/>
                <a:sym typeface="Roboto"/>
              </a:rPr>
              <a:t>Utilizes graphs for route and flight connectivity</a:t>
            </a:r>
          </a:p>
          <a:p>
            <a:pPr marL="653751" lvl="1" indent="-326876" algn="l">
              <a:lnSpc>
                <a:spcPts val="4542"/>
              </a:lnSpc>
              <a:buFont typeface="Arial"/>
              <a:buChar char="•"/>
            </a:pPr>
            <a:r>
              <a:rPr lang="en-US" sz="3028">
                <a:solidFill>
                  <a:srgbClr val="112838"/>
                </a:solidFill>
                <a:latin typeface="Roboto"/>
                <a:ea typeface="Roboto"/>
                <a:cs typeface="Roboto"/>
                <a:sym typeface="Roboto"/>
              </a:rPr>
              <a:t>Applies graph traversal algorithms for finding routes</a:t>
            </a:r>
          </a:p>
          <a:p>
            <a:pPr marL="653751" lvl="1" indent="-326876" algn="l">
              <a:lnSpc>
                <a:spcPts val="4542"/>
              </a:lnSpc>
              <a:buFont typeface="Arial"/>
              <a:buChar char="•"/>
            </a:pPr>
            <a:r>
              <a:rPr lang="en-US" sz="3028">
                <a:solidFill>
                  <a:srgbClr val="112838"/>
                </a:solidFill>
                <a:latin typeface="Roboto"/>
                <a:ea typeface="Roboto"/>
                <a:cs typeface="Roboto"/>
                <a:sym typeface="Roboto"/>
              </a:rPr>
              <a:t>Uses priority queues to calculate the cheapest travel paths</a:t>
            </a:r>
          </a:p>
          <a:p>
            <a:pPr marL="653751" lvl="1" indent="-326876" algn="l">
              <a:lnSpc>
                <a:spcPts val="4542"/>
              </a:lnSpc>
              <a:buFont typeface="Arial"/>
              <a:buChar char="•"/>
            </a:pPr>
            <a:r>
              <a:rPr lang="en-US" sz="3028">
                <a:solidFill>
                  <a:srgbClr val="112838"/>
                </a:solidFill>
                <a:latin typeface="Roboto"/>
                <a:ea typeface="Roboto"/>
                <a:cs typeface="Roboto"/>
                <a:sym typeface="Roboto"/>
              </a:rPr>
              <a:t>Employs linked lists for managing flight or booking data</a:t>
            </a:r>
          </a:p>
          <a:p>
            <a:pPr marL="653751" lvl="1" indent="-326876" algn="l">
              <a:lnSpc>
                <a:spcPts val="4542"/>
              </a:lnSpc>
              <a:buFont typeface="Arial"/>
              <a:buChar char="•"/>
            </a:pPr>
            <a:r>
              <a:rPr lang="en-US" sz="3028">
                <a:solidFill>
                  <a:srgbClr val="112838"/>
                </a:solidFill>
                <a:latin typeface="Roboto"/>
                <a:ea typeface="Roboto"/>
                <a:cs typeface="Roboto"/>
                <a:sym typeface="Roboto"/>
              </a:rPr>
              <a:t>Supports both direct and connecting flights</a:t>
            </a:r>
          </a:p>
          <a:p>
            <a:pPr algn="l">
              <a:lnSpc>
                <a:spcPts val="4905"/>
              </a:lnSpc>
            </a:pPr>
            <a:endParaRPr lang="en-US" sz="3028">
              <a:solidFill>
                <a:srgbClr val="112838"/>
              </a:solidFill>
              <a:latin typeface="Roboto"/>
              <a:ea typeface="Roboto"/>
              <a:cs typeface="Roboto"/>
              <a:sym typeface="Roboto"/>
            </a:endParaRPr>
          </a:p>
          <a:p>
            <a:pPr algn="l">
              <a:lnSpc>
                <a:spcPts val="5868"/>
              </a:lnSpc>
            </a:pPr>
            <a:r>
              <a:rPr lang="en-US" sz="3912">
                <a:solidFill>
                  <a:srgbClr val="112838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20455" y="1938676"/>
            <a:ext cx="11753762" cy="1206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19"/>
              </a:lnSpc>
            </a:pPr>
            <a:r>
              <a:rPr lang="en-US" sz="3213" b="1">
                <a:solidFill>
                  <a:srgbClr val="112838"/>
                </a:solidFill>
                <a:latin typeface="Roboto Bold"/>
                <a:ea typeface="Roboto Bold"/>
                <a:cs typeface="Roboto Bold"/>
                <a:sym typeface="Roboto Bold"/>
              </a:rPr>
              <a:t>We are committed to providing high-quality travel services around the world.</a:t>
            </a:r>
          </a:p>
        </p:txBody>
      </p:sp>
      <p:sp>
        <p:nvSpPr>
          <p:cNvPr id="9" name="Freeform 9"/>
          <p:cNvSpPr/>
          <p:nvPr/>
        </p:nvSpPr>
        <p:spPr>
          <a:xfrm>
            <a:off x="14236982" y="1247594"/>
            <a:ext cx="5414911" cy="3061886"/>
          </a:xfrm>
          <a:custGeom>
            <a:avLst/>
            <a:gdLst/>
            <a:ahLst/>
            <a:cxnLst/>
            <a:rect l="l" t="t" r="r" b="b"/>
            <a:pathLst>
              <a:path w="5414911" h="3061886">
                <a:moveTo>
                  <a:pt x="0" y="0"/>
                </a:moveTo>
                <a:lnTo>
                  <a:pt x="5414910" y="0"/>
                </a:lnTo>
                <a:lnTo>
                  <a:pt x="5414910" y="3061886"/>
                </a:lnTo>
                <a:lnTo>
                  <a:pt x="0" y="306188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9877363" y="-1224834"/>
            <a:ext cx="5414911" cy="3061886"/>
          </a:xfrm>
          <a:custGeom>
            <a:avLst/>
            <a:gdLst/>
            <a:ahLst/>
            <a:cxnLst/>
            <a:rect l="l" t="t" r="r" b="b"/>
            <a:pathLst>
              <a:path w="5414911" h="3061886">
                <a:moveTo>
                  <a:pt x="0" y="0"/>
                </a:moveTo>
                <a:lnTo>
                  <a:pt x="5414911" y="0"/>
                </a:lnTo>
                <a:lnTo>
                  <a:pt x="5414911" y="3061886"/>
                </a:lnTo>
                <a:lnTo>
                  <a:pt x="0" y="306188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3076913" y="647248"/>
            <a:ext cx="3204399" cy="1951770"/>
          </a:xfrm>
          <a:custGeom>
            <a:avLst/>
            <a:gdLst/>
            <a:ahLst/>
            <a:cxnLst/>
            <a:rect l="l" t="t" r="r" b="b"/>
            <a:pathLst>
              <a:path w="3204399" h="1951770">
                <a:moveTo>
                  <a:pt x="0" y="0"/>
                </a:moveTo>
                <a:lnTo>
                  <a:pt x="3204399" y="0"/>
                </a:lnTo>
                <a:lnTo>
                  <a:pt x="3204399" y="1951770"/>
                </a:lnTo>
                <a:lnTo>
                  <a:pt x="0" y="195177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770006">
            <a:off x="12402970" y="-1293185"/>
            <a:ext cx="9712659" cy="9712659"/>
          </a:xfrm>
          <a:custGeom>
            <a:avLst/>
            <a:gdLst/>
            <a:ahLst/>
            <a:cxnLst/>
            <a:rect l="l" t="t" r="r" b="b"/>
            <a:pathLst>
              <a:path w="9712659" h="9712659">
                <a:moveTo>
                  <a:pt x="0" y="0"/>
                </a:moveTo>
                <a:lnTo>
                  <a:pt x="9712660" y="0"/>
                </a:lnTo>
                <a:lnTo>
                  <a:pt x="9712660" y="9712659"/>
                </a:lnTo>
                <a:lnTo>
                  <a:pt x="0" y="97126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>
            <a:grpSpLocks noChangeAspect="1"/>
          </p:cNvGrpSpPr>
          <p:nvPr/>
        </p:nvGrpSpPr>
        <p:grpSpPr>
          <a:xfrm rot="-359558">
            <a:off x="10045385" y="1064234"/>
            <a:ext cx="6815814" cy="7983163"/>
            <a:chOff x="0" y="0"/>
            <a:chExt cx="4597400" cy="5384800"/>
          </a:xfrm>
        </p:grpSpPr>
        <p:sp>
          <p:nvSpPr>
            <p:cNvPr id="4" name="Freeform 4"/>
            <p:cNvSpPr/>
            <p:nvPr/>
          </p:nvSpPr>
          <p:spPr>
            <a:xfrm>
              <a:off x="351627" y="70957"/>
              <a:ext cx="4160683" cy="4734885"/>
            </a:xfrm>
            <a:custGeom>
              <a:avLst/>
              <a:gdLst/>
              <a:ahLst/>
              <a:cxnLst/>
              <a:rect l="l" t="t" r="r" b="b"/>
              <a:pathLst>
                <a:path w="4160683" h="4734885">
                  <a:moveTo>
                    <a:pt x="4147983" y="326553"/>
                  </a:moveTo>
                  <a:lnTo>
                    <a:pt x="397673" y="163"/>
                  </a:lnTo>
                  <a:cubicBezTo>
                    <a:pt x="390053" y="-1107"/>
                    <a:pt x="383703" y="5243"/>
                    <a:pt x="382433" y="12863"/>
                  </a:cubicBezTo>
                  <a:lnTo>
                    <a:pt x="163" y="4394363"/>
                  </a:lnTo>
                  <a:cubicBezTo>
                    <a:pt x="-1107" y="4401983"/>
                    <a:pt x="5243" y="4408333"/>
                    <a:pt x="12863" y="4408333"/>
                  </a:cubicBezTo>
                  <a:lnTo>
                    <a:pt x="3763173" y="4734723"/>
                  </a:lnTo>
                  <a:cubicBezTo>
                    <a:pt x="3770793" y="4735993"/>
                    <a:pt x="3777143" y="4729643"/>
                    <a:pt x="3778413" y="4722023"/>
                  </a:cubicBezTo>
                  <a:lnTo>
                    <a:pt x="4160683" y="340523"/>
                  </a:lnTo>
                  <a:cubicBezTo>
                    <a:pt x="4160683" y="334173"/>
                    <a:pt x="4155603" y="327823"/>
                    <a:pt x="4147983" y="326553"/>
                  </a:cubicBezTo>
                  <a:close/>
                  <a:moveTo>
                    <a:pt x="3933353" y="528483"/>
                  </a:moveTo>
                  <a:lnTo>
                    <a:pt x="3651413" y="3761903"/>
                  </a:lnTo>
                  <a:cubicBezTo>
                    <a:pt x="3650143" y="3769523"/>
                    <a:pt x="3643793" y="3774603"/>
                    <a:pt x="3637443" y="3774603"/>
                  </a:cubicBezTo>
                  <a:lnTo>
                    <a:pt x="268133" y="3481233"/>
                  </a:lnTo>
                  <a:cubicBezTo>
                    <a:pt x="260513" y="3479963"/>
                    <a:pt x="255433" y="3473613"/>
                    <a:pt x="255433" y="3467263"/>
                  </a:cubicBezTo>
                  <a:lnTo>
                    <a:pt x="537373" y="232573"/>
                  </a:lnTo>
                  <a:cubicBezTo>
                    <a:pt x="538643" y="224953"/>
                    <a:pt x="544993" y="219873"/>
                    <a:pt x="552613" y="219873"/>
                  </a:cubicBezTo>
                  <a:lnTo>
                    <a:pt x="3920653" y="513243"/>
                  </a:lnTo>
                  <a:cubicBezTo>
                    <a:pt x="3928273" y="514513"/>
                    <a:pt x="3933353" y="520863"/>
                    <a:pt x="3933353" y="528483"/>
                  </a:cubicBezTo>
                  <a:close/>
                </a:path>
              </a:pathLst>
            </a:custGeom>
            <a:solidFill>
              <a:srgbClr val="E2CEFB"/>
            </a:solidFill>
          </p:spPr>
        </p:sp>
        <p:sp>
          <p:nvSpPr>
            <p:cNvPr id="5" name="Freeform 5"/>
            <p:cNvSpPr/>
            <p:nvPr/>
          </p:nvSpPr>
          <p:spPr>
            <a:xfrm>
              <a:off x="606897" y="290667"/>
              <a:ext cx="3678083" cy="3555055"/>
            </a:xfrm>
            <a:custGeom>
              <a:avLst/>
              <a:gdLst/>
              <a:ahLst/>
              <a:cxnLst/>
              <a:rect l="l" t="t" r="r" b="b"/>
              <a:pathLst>
                <a:path w="3678083" h="3555055">
                  <a:moveTo>
                    <a:pt x="3665383" y="293533"/>
                  </a:moveTo>
                  <a:lnTo>
                    <a:pt x="296073" y="163"/>
                  </a:lnTo>
                  <a:cubicBezTo>
                    <a:pt x="288453" y="-1107"/>
                    <a:pt x="282103" y="5243"/>
                    <a:pt x="280833" y="12863"/>
                  </a:cubicBezTo>
                  <a:lnTo>
                    <a:pt x="163" y="3246283"/>
                  </a:lnTo>
                  <a:cubicBezTo>
                    <a:pt x="-1107" y="3253903"/>
                    <a:pt x="5243" y="3260253"/>
                    <a:pt x="12863" y="3261523"/>
                  </a:cubicBezTo>
                  <a:lnTo>
                    <a:pt x="3380903" y="3554893"/>
                  </a:lnTo>
                  <a:cubicBezTo>
                    <a:pt x="3388523" y="3556163"/>
                    <a:pt x="3394873" y="3549813"/>
                    <a:pt x="3396143" y="3542193"/>
                  </a:cubicBezTo>
                  <a:lnTo>
                    <a:pt x="3678083" y="308773"/>
                  </a:lnTo>
                  <a:cubicBezTo>
                    <a:pt x="3678083" y="301153"/>
                    <a:pt x="3673003" y="294803"/>
                    <a:pt x="3665383" y="293533"/>
                  </a:cubicBezTo>
                  <a:close/>
                </a:path>
              </a:pathLst>
            </a:custGeom>
            <a:blipFill>
              <a:blip r:embed="rId4"/>
              <a:stretch>
                <a:fillRect l="-22265" r="-22265"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877570" y="289560"/>
              <a:ext cx="3407410" cy="3554730"/>
            </a:xfrm>
            <a:custGeom>
              <a:avLst/>
              <a:gdLst/>
              <a:ahLst/>
              <a:cxnLst/>
              <a:rect l="l" t="t" r="r" b="b"/>
              <a:pathLst>
                <a:path w="3407410" h="3554730">
                  <a:moveTo>
                    <a:pt x="3407410" y="304800"/>
                  </a:moveTo>
                  <a:cubicBezTo>
                    <a:pt x="3407410" y="304800"/>
                    <a:pt x="3406140" y="297180"/>
                    <a:pt x="3395980" y="294640"/>
                  </a:cubicBezTo>
                  <a:lnTo>
                    <a:pt x="3394710" y="294640"/>
                  </a:lnTo>
                  <a:lnTo>
                    <a:pt x="3383280" y="293370"/>
                  </a:lnTo>
                  <a:lnTo>
                    <a:pt x="15240" y="0"/>
                  </a:lnTo>
                  <a:cubicBezTo>
                    <a:pt x="8890" y="0"/>
                    <a:pt x="1270" y="1270"/>
                    <a:pt x="0" y="8890"/>
                  </a:cubicBezTo>
                  <a:lnTo>
                    <a:pt x="1270" y="15240"/>
                  </a:lnTo>
                  <a:cubicBezTo>
                    <a:pt x="3810" y="12700"/>
                    <a:pt x="8890" y="10160"/>
                    <a:pt x="13970" y="10160"/>
                  </a:cubicBezTo>
                  <a:lnTo>
                    <a:pt x="3393440" y="304800"/>
                  </a:lnTo>
                  <a:lnTo>
                    <a:pt x="3398520" y="304800"/>
                  </a:lnTo>
                  <a:lnTo>
                    <a:pt x="3116580" y="3543300"/>
                  </a:lnTo>
                  <a:cubicBezTo>
                    <a:pt x="3116580" y="3548380"/>
                    <a:pt x="3114040" y="3552190"/>
                    <a:pt x="3110230" y="3554730"/>
                  </a:cubicBezTo>
                  <a:lnTo>
                    <a:pt x="3114040" y="3554730"/>
                  </a:lnTo>
                  <a:cubicBezTo>
                    <a:pt x="3120390" y="3554730"/>
                    <a:pt x="3126740" y="3550920"/>
                    <a:pt x="3126740" y="3544570"/>
                  </a:cubicBezTo>
                  <a:lnTo>
                    <a:pt x="3407410" y="304800"/>
                  </a:lnTo>
                  <a:close/>
                </a:path>
              </a:pathLst>
            </a:custGeom>
            <a:solidFill>
              <a:srgbClr val="74A8CB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354167" y="4452620"/>
              <a:ext cx="3788573" cy="356870"/>
            </a:xfrm>
            <a:custGeom>
              <a:avLst/>
              <a:gdLst/>
              <a:ahLst/>
              <a:cxnLst/>
              <a:rect l="l" t="t" r="r" b="b"/>
              <a:pathLst>
                <a:path w="3788573" h="356870">
                  <a:moveTo>
                    <a:pt x="14133" y="15240"/>
                  </a:moveTo>
                  <a:cubicBezTo>
                    <a:pt x="6513" y="13970"/>
                    <a:pt x="1433" y="7620"/>
                    <a:pt x="1433" y="0"/>
                  </a:cubicBezTo>
                  <a:lnTo>
                    <a:pt x="163" y="13970"/>
                  </a:lnTo>
                  <a:cubicBezTo>
                    <a:pt x="-1107" y="21590"/>
                    <a:pt x="5243" y="27940"/>
                    <a:pt x="12863" y="29210"/>
                  </a:cubicBezTo>
                  <a:lnTo>
                    <a:pt x="3779683" y="356870"/>
                  </a:lnTo>
                  <a:cubicBezTo>
                    <a:pt x="3783493" y="356870"/>
                    <a:pt x="3786033" y="355600"/>
                    <a:pt x="3788573" y="354330"/>
                  </a:cubicBezTo>
                  <a:lnTo>
                    <a:pt x="3774603" y="342900"/>
                  </a:lnTo>
                  <a:lnTo>
                    <a:pt x="14133" y="15240"/>
                  </a:lnTo>
                  <a:close/>
                </a:path>
              </a:pathLst>
            </a:custGeom>
            <a:solidFill>
              <a:srgbClr val="74A8CB"/>
            </a:solidFill>
          </p:spPr>
        </p:sp>
        <p:sp>
          <p:nvSpPr>
            <p:cNvPr id="8" name="Freeform 8"/>
            <p:cNvSpPr/>
            <p:nvPr/>
          </p:nvSpPr>
          <p:spPr>
            <a:xfrm>
              <a:off x="354167" y="74930"/>
              <a:ext cx="395133" cy="4408170"/>
            </a:xfrm>
            <a:custGeom>
              <a:avLst/>
              <a:gdLst/>
              <a:ahLst/>
              <a:cxnLst/>
              <a:rect l="l" t="t" r="r" b="b"/>
              <a:pathLst>
                <a:path w="395133" h="4408170">
                  <a:moveTo>
                    <a:pt x="12863" y="4392930"/>
                  </a:moveTo>
                  <a:lnTo>
                    <a:pt x="395133" y="8890"/>
                  </a:lnTo>
                  <a:lnTo>
                    <a:pt x="386243" y="0"/>
                  </a:lnTo>
                  <a:cubicBezTo>
                    <a:pt x="383703" y="1270"/>
                    <a:pt x="382433" y="5080"/>
                    <a:pt x="381163" y="8890"/>
                  </a:cubicBezTo>
                  <a:lnTo>
                    <a:pt x="163" y="4391660"/>
                  </a:lnTo>
                  <a:cubicBezTo>
                    <a:pt x="-1107" y="4399280"/>
                    <a:pt x="5243" y="4405630"/>
                    <a:pt x="12863" y="4406900"/>
                  </a:cubicBezTo>
                  <a:lnTo>
                    <a:pt x="26833" y="4408170"/>
                  </a:lnTo>
                  <a:cubicBezTo>
                    <a:pt x="17943" y="4406900"/>
                    <a:pt x="12863" y="4400550"/>
                    <a:pt x="12863" y="4392930"/>
                  </a:cubicBezTo>
                  <a:close/>
                </a:path>
              </a:pathLst>
            </a:custGeom>
            <a:solidFill>
              <a:srgbClr val="74A8CB"/>
            </a:solidFill>
          </p:spPr>
        </p:sp>
        <p:sp>
          <p:nvSpPr>
            <p:cNvPr id="9" name="Freeform 9"/>
            <p:cNvSpPr/>
            <p:nvPr/>
          </p:nvSpPr>
          <p:spPr>
            <a:xfrm>
              <a:off x="592927" y="292100"/>
              <a:ext cx="296073" cy="3260090"/>
            </a:xfrm>
            <a:custGeom>
              <a:avLst/>
              <a:gdLst/>
              <a:ahLst/>
              <a:cxnLst/>
              <a:rect l="l" t="t" r="r" b="b"/>
              <a:pathLst>
                <a:path w="296073" h="3260090">
                  <a:moveTo>
                    <a:pt x="14133" y="3244850"/>
                  </a:moveTo>
                  <a:lnTo>
                    <a:pt x="296073" y="11430"/>
                  </a:lnTo>
                  <a:lnTo>
                    <a:pt x="296073" y="8890"/>
                  </a:lnTo>
                  <a:lnTo>
                    <a:pt x="287183" y="0"/>
                  </a:lnTo>
                  <a:cubicBezTo>
                    <a:pt x="284643" y="2540"/>
                    <a:pt x="282103" y="5080"/>
                    <a:pt x="282103" y="10160"/>
                  </a:cubicBezTo>
                  <a:lnTo>
                    <a:pt x="163" y="3243580"/>
                  </a:lnTo>
                  <a:cubicBezTo>
                    <a:pt x="-1107" y="3251200"/>
                    <a:pt x="5243" y="3257550"/>
                    <a:pt x="12863" y="3258820"/>
                  </a:cubicBezTo>
                  <a:lnTo>
                    <a:pt x="26833" y="3260090"/>
                  </a:lnTo>
                  <a:cubicBezTo>
                    <a:pt x="19213" y="3258820"/>
                    <a:pt x="12863" y="3252470"/>
                    <a:pt x="14133" y="324485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0" y="0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/>
              </a:pathLst>
            </a:custGeom>
            <a:solidFill>
              <a:srgbClr val="FFFFFF"/>
            </a:solidFill>
          </p:spPr>
        </p:sp>
        <p:sp>
          <p:nvSpPr>
            <p:cNvPr id="11" name="Freeform 11"/>
            <p:cNvSpPr/>
            <p:nvPr/>
          </p:nvSpPr>
          <p:spPr>
            <a:xfrm>
              <a:off x="594197" y="3526790"/>
              <a:ext cx="3403762" cy="322580"/>
            </a:xfrm>
            <a:custGeom>
              <a:avLst/>
              <a:gdLst/>
              <a:ahLst/>
              <a:cxnLst/>
              <a:rect l="l" t="t" r="r" b="b"/>
              <a:pathLst>
                <a:path w="3403762" h="322580">
                  <a:moveTo>
                    <a:pt x="3398683" y="308610"/>
                  </a:moveTo>
                  <a:lnTo>
                    <a:pt x="3394873" y="308610"/>
                  </a:lnTo>
                  <a:lnTo>
                    <a:pt x="14133" y="13970"/>
                  </a:lnTo>
                  <a:cubicBezTo>
                    <a:pt x="6513" y="12700"/>
                    <a:pt x="1433" y="6350"/>
                    <a:pt x="1433" y="0"/>
                  </a:cubicBezTo>
                  <a:lnTo>
                    <a:pt x="163" y="13970"/>
                  </a:lnTo>
                  <a:cubicBezTo>
                    <a:pt x="-1107" y="21590"/>
                    <a:pt x="5243" y="27940"/>
                    <a:pt x="12863" y="29210"/>
                  </a:cubicBezTo>
                  <a:lnTo>
                    <a:pt x="3393603" y="322580"/>
                  </a:lnTo>
                  <a:cubicBezTo>
                    <a:pt x="3397413" y="322580"/>
                    <a:pt x="3401223" y="321310"/>
                    <a:pt x="3403763" y="318770"/>
                  </a:cubicBezTo>
                  <a:lnTo>
                    <a:pt x="3398683" y="30861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2" name="Freeform 12"/>
            <p:cNvSpPr/>
            <p:nvPr/>
          </p:nvSpPr>
          <p:spPr>
            <a:xfrm>
              <a:off x="749300" y="80010"/>
              <a:ext cx="1270" cy="3810"/>
            </a:xfrm>
            <a:custGeom>
              <a:avLst/>
              <a:gdLst/>
              <a:ahLst/>
              <a:cxnLst/>
              <a:rect l="l" t="t" r="r" b="b"/>
              <a:pathLst>
                <a:path w="1270" h="3810">
                  <a:moveTo>
                    <a:pt x="0" y="3810"/>
                  </a:moveTo>
                  <a:lnTo>
                    <a:pt x="1270" y="0"/>
                  </a:lnTo>
                  <a:cubicBezTo>
                    <a:pt x="0" y="1270"/>
                    <a:pt x="0" y="2540"/>
                    <a:pt x="0" y="381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3" name="Freeform 13"/>
            <p:cNvSpPr/>
            <p:nvPr/>
          </p:nvSpPr>
          <p:spPr>
            <a:xfrm>
              <a:off x="741680" y="71120"/>
              <a:ext cx="3789680" cy="355600"/>
            </a:xfrm>
            <a:custGeom>
              <a:avLst/>
              <a:gdLst/>
              <a:ahLst/>
              <a:cxnLst/>
              <a:rect l="l" t="t" r="r" b="b"/>
              <a:pathLst>
                <a:path w="3789680" h="355600">
                  <a:moveTo>
                    <a:pt x="3776980" y="327660"/>
                  </a:moveTo>
                  <a:lnTo>
                    <a:pt x="22860" y="1270"/>
                  </a:lnTo>
                  <a:lnTo>
                    <a:pt x="10160" y="0"/>
                  </a:lnTo>
                  <a:cubicBezTo>
                    <a:pt x="6350" y="0"/>
                    <a:pt x="2540" y="1270"/>
                    <a:pt x="0" y="3810"/>
                  </a:cubicBezTo>
                  <a:lnTo>
                    <a:pt x="7620" y="12700"/>
                  </a:lnTo>
                  <a:lnTo>
                    <a:pt x="8890" y="12700"/>
                  </a:lnTo>
                  <a:lnTo>
                    <a:pt x="3775710" y="340360"/>
                  </a:lnTo>
                  <a:cubicBezTo>
                    <a:pt x="3783330" y="341630"/>
                    <a:pt x="3788410" y="347980"/>
                    <a:pt x="3788410" y="355600"/>
                  </a:cubicBezTo>
                  <a:lnTo>
                    <a:pt x="3789680" y="341630"/>
                  </a:lnTo>
                  <a:cubicBezTo>
                    <a:pt x="3789680" y="335280"/>
                    <a:pt x="3784600" y="328930"/>
                    <a:pt x="3776980" y="32766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4" name="Freeform 14"/>
            <p:cNvSpPr/>
            <p:nvPr/>
          </p:nvSpPr>
          <p:spPr>
            <a:xfrm>
              <a:off x="4130040" y="408940"/>
              <a:ext cx="400050" cy="4396740"/>
            </a:xfrm>
            <a:custGeom>
              <a:avLst/>
              <a:gdLst/>
              <a:ahLst/>
              <a:cxnLst/>
              <a:rect l="l" t="t" r="r" b="b"/>
              <a:pathLst>
                <a:path w="400050" h="4396740">
                  <a:moveTo>
                    <a:pt x="19050" y="4387850"/>
                  </a:moveTo>
                  <a:lnTo>
                    <a:pt x="400050" y="13970"/>
                  </a:lnTo>
                  <a:cubicBezTo>
                    <a:pt x="400050" y="13970"/>
                    <a:pt x="392430" y="5080"/>
                    <a:pt x="389890" y="2540"/>
                  </a:cubicBezTo>
                  <a:cubicBezTo>
                    <a:pt x="389890" y="2540"/>
                    <a:pt x="387350" y="0"/>
                    <a:pt x="382270" y="0"/>
                  </a:cubicBezTo>
                  <a:lnTo>
                    <a:pt x="0" y="4385310"/>
                  </a:lnTo>
                  <a:lnTo>
                    <a:pt x="13970" y="4396740"/>
                  </a:lnTo>
                  <a:cubicBezTo>
                    <a:pt x="16510" y="4395470"/>
                    <a:pt x="19050" y="4391660"/>
                    <a:pt x="19050" y="438785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5" name="Freeform 15"/>
            <p:cNvSpPr/>
            <p:nvPr/>
          </p:nvSpPr>
          <p:spPr>
            <a:xfrm>
              <a:off x="78740" y="900430"/>
              <a:ext cx="3792220" cy="4425950"/>
            </a:xfrm>
            <a:custGeom>
              <a:avLst/>
              <a:gdLst/>
              <a:ahLst/>
              <a:cxnLst/>
              <a:rect l="l" t="t" r="r" b="b"/>
              <a:pathLst>
                <a:path w="3792220" h="4425950">
                  <a:moveTo>
                    <a:pt x="3778250" y="0"/>
                  </a:moveTo>
                  <a:lnTo>
                    <a:pt x="13970" y="0"/>
                  </a:lnTo>
                  <a:cubicBezTo>
                    <a:pt x="6350" y="0"/>
                    <a:pt x="0" y="6350"/>
                    <a:pt x="0" y="13970"/>
                  </a:cubicBezTo>
                  <a:lnTo>
                    <a:pt x="0" y="4411980"/>
                  </a:lnTo>
                  <a:cubicBezTo>
                    <a:pt x="0" y="4419600"/>
                    <a:pt x="6350" y="4425950"/>
                    <a:pt x="13970" y="4425950"/>
                  </a:cubicBezTo>
                  <a:lnTo>
                    <a:pt x="3778250" y="4425950"/>
                  </a:lnTo>
                  <a:cubicBezTo>
                    <a:pt x="3785870" y="4425950"/>
                    <a:pt x="3792220" y="4419600"/>
                    <a:pt x="3792220" y="4411980"/>
                  </a:cubicBezTo>
                  <a:lnTo>
                    <a:pt x="3792220" y="12700"/>
                  </a:lnTo>
                  <a:cubicBezTo>
                    <a:pt x="3792220" y="5080"/>
                    <a:pt x="3785870" y="0"/>
                    <a:pt x="3778250" y="0"/>
                  </a:cubicBezTo>
                  <a:close/>
                  <a:moveTo>
                    <a:pt x="3582670" y="218440"/>
                  </a:moveTo>
                  <a:lnTo>
                    <a:pt x="3582670" y="3464560"/>
                  </a:lnTo>
                  <a:cubicBezTo>
                    <a:pt x="3582670" y="3472180"/>
                    <a:pt x="3576320" y="3478530"/>
                    <a:pt x="3568700" y="3478530"/>
                  </a:cubicBezTo>
                  <a:lnTo>
                    <a:pt x="186690" y="3478530"/>
                  </a:lnTo>
                  <a:cubicBezTo>
                    <a:pt x="179070" y="3478530"/>
                    <a:pt x="172720" y="3472180"/>
                    <a:pt x="172720" y="3464560"/>
                  </a:cubicBezTo>
                  <a:lnTo>
                    <a:pt x="172720" y="218440"/>
                  </a:lnTo>
                  <a:cubicBezTo>
                    <a:pt x="172720" y="210820"/>
                    <a:pt x="179070" y="204470"/>
                    <a:pt x="186690" y="204470"/>
                  </a:cubicBezTo>
                  <a:lnTo>
                    <a:pt x="3568700" y="204470"/>
                  </a:lnTo>
                  <a:cubicBezTo>
                    <a:pt x="3576320" y="204470"/>
                    <a:pt x="3582670" y="210820"/>
                    <a:pt x="3582670" y="218440"/>
                  </a:cubicBezTo>
                  <a:close/>
                </a:path>
              </a:pathLst>
            </a:custGeom>
            <a:solidFill>
              <a:srgbClr val="CAEEEF"/>
            </a:solidFill>
          </p:spPr>
        </p:sp>
        <p:sp>
          <p:nvSpPr>
            <p:cNvPr id="16" name="Freeform 16"/>
            <p:cNvSpPr/>
            <p:nvPr/>
          </p:nvSpPr>
          <p:spPr>
            <a:xfrm>
              <a:off x="251460" y="1104900"/>
              <a:ext cx="3409950" cy="3274060"/>
            </a:xfrm>
            <a:custGeom>
              <a:avLst/>
              <a:gdLst/>
              <a:ahLst/>
              <a:cxnLst/>
              <a:rect l="l" t="t" r="r" b="b"/>
              <a:pathLst>
                <a:path w="3409950" h="3274060">
                  <a:moveTo>
                    <a:pt x="3395980" y="0"/>
                  </a:moveTo>
                  <a:lnTo>
                    <a:pt x="13970" y="0"/>
                  </a:lnTo>
                  <a:cubicBezTo>
                    <a:pt x="6350" y="0"/>
                    <a:pt x="0" y="6350"/>
                    <a:pt x="0" y="13970"/>
                  </a:cubicBezTo>
                  <a:lnTo>
                    <a:pt x="0" y="3260090"/>
                  </a:lnTo>
                  <a:cubicBezTo>
                    <a:pt x="0" y="3267710"/>
                    <a:pt x="6350" y="3274060"/>
                    <a:pt x="13970" y="3274060"/>
                  </a:cubicBezTo>
                  <a:lnTo>
                    <a:pt x="3395980" y="3274060"/>
                  </a:lnTo>
                  <a:cubicBezTo>
                    <a:pt x="3403600" y="3274060"/>
                    <a:pt x="3409950" y="3267710"/>
                    <a:pt x="3409950" y="3260090"/>
                  </a:cubicBezTo>
                  <a:lnTo>
                    <a:pt x="3409950" y="13970"/>
                  </a:lnTo>
                  <a:cubicBezTo>
                    <a:pt x="3409950" y="6350"/>
                    <a:pt x="3403600" y="0"/>
                    <a:pt x="3395980" y="0"/>
                  </a:cubicBezTo>
                  <a:close/>
                </a:path>
              </a:pathLst>
            </a:custGeom>
            <a:blipFill>
              <a:blip r:embed="rId5"/>
              <a:stretch>
                <a:fillRect l="-22011" r="-22011"/>
              </a:stretch>
            </a:blipFill>
          </p:spPr>
        </p:sp>
        <p:sp>
          <p:nvSpPr>
            <p:cNvPr id="17" name="Freeform 17"/>
            <p:cNvSpPr/>
            <p:nvPr/>
          </p:nvSpPr>
          <p:spPr>
            <a:xfrm>
              <a:off x="240030" y="1106170"/>
              <a:ext cx="3421380" cy="3274060"/>
            </a:xfrm>
            <a:custGeom>
              <a:avLst/>
              <a:gdLst/>
              <a:ahLst/>
              <a:cxnLst/>
              <a:rect l="l" t="t" r="r" b="b"/>
              <a:pathLst>
                <a:path w="3421380" h="3274060">
                  <a:moveTo>
                    <a:pt x="3421380" y="8890"/>
                  </a:moveTo>
                  <a:cubicBezTo>
                    <a:pt x="3421380" y="8890"/>
                    <a:pt x="3418840" y="1270"/>
                    <a:pt x="3408680" y="0"/>
                  </a:cubicBezTo>
                  <a:lnTo>
                    <a:pt x="13970" y="0"/>
                  </a:lnTo>
                  <a:cubicBezTo>
                    <a:pt x="7620" y="0"/>
                    <a:pt x="0" y="2540"/>
                    <a:pt x="0" y="10160"/>
                  </a:cubicBezTo>
                  <a:lnTo>
                    <a:pt x="2540" y="16510"/>
                  </a:lnTo>
                  <a:cubicBezTo>
                    <a:pt x="5080" y="12700"/>
                    <a:pt x="10160" y="11430"/>
                    <a:pt x="13970" y="11430"/>
                  </a:cubicBezTo>
                  <a:lnTo>
                    <a:pt x="3411220" y="11430"/>
                  </a:lnTo>
                  <a:lnTo>
                    <a:pt x="3411220" y="3262630"/>
                  </a:lnTo>
                  <a:cubicBezTo>
                    <a:pt x="3411220" y="3267710"/>
                    <a:pt x="3408680" y="3271520"/>
                    <a:pt x="3406140" y="3274060"/>
                  </a:cubicBezTo>
                  <a:lnTo>
                    <a:pt x="3409950" y="3274060"/>
                  </a:lnTo>
                  <a:cubicBezTo>
                    <a:pt x="3416300" y="3274060"/>
                    <a:pt x="3421380" y="3268980"/>
                    <a:pt x="3421380" y="3262630"/>
                  </a:cubicBezTo>
                  <a:lnTo>
                    <a:pt x="3421380" y="8890"/>
                  </a:lnTo>
                  <a:close/>
                </a:path>
              </a:pathLst>
            </a:custGeom>
            <a:solidFill>
              <a:srgbClr val="898888"/>
            </a:solidFill>
          </p:spPr>
        </p:sp>
        <p:sp>
          <p:nvSpPr>
            <p:cNvPr id="18" name="Freeform 18"/>
            <p:cNvSpPr/>
            <p:nvPr/>
          </p:nvSpPr>
          <p:spPr>
            <a:xfrm>
              <a:off x="81280" y="5299710"/>
              <a:ext cx="3804920" cy="27940"/>
            </a:xfrm>
            <a:custGeom>
              <a:avLst/>
              <a:gdLst/>
              <a:ahLst/>
              <a:cxnLst/>
              <a:rect l="l" t="t" r="r" b="b"/>
              <a:pathLst>
                <a:path w="3804920" h="27940">
                  <a:moveTo>
                    <a:pt x="13970" y="13970"/>
                  </a:moveTo>
                  <a:cubicBezTo>
                    <a:pt x="6350" y="13970"/>
                    <a:pt x="0" y="7620"/>
                    <a:pt x="0" y="0"/>
                  </a:cubicBezTo>
                  <a:lnTo>
                    <a:pt x="0" y="13970"/>
                  </a:lnTo>
                  <a:cubicBezTo>
                    <a:pt x="0" y="21590"/>
                    <a:pt x="6350" y="27940"/>
                    <a:pt x="13970" y="27940"/>
                  </a:cubicBezTo>
                  <a:lnTo>
                    <a:pt x="3796030" y="27940"/>
                  </a:lnTo>
                  <a:cubicBezTo>
                    <a:pt x="3799840" y="27940"/>
                    <a:pt x="3802380" y="26670"/>
                    <a:pt x="3804920" y="24130"/>
                  </a:cubicBezTo>
                  <a:lnTo>
                    <a:pt x="3790950" y="13970"/>
                  </a:lnTo>
                  <a:lnTo>
                    <a:pt x="13970" y="13970"/>
                  </a:lnTo>
                  <a:close/>
                </a:path>
              </a:pathLst>
            </a:custGeom>
            <a:solidFill>
              <a:srgbClr val="898888"/>
            </a:solidFill>
          </p:spPr>
        </p:sp>
        <p:sp>
          <p:nvSpPr>
            <p:cNvPr id="19" name="Freeform 19"/>
            <p:cNvSpPr/>
            <p:nvPr/>
          </p:nvSpPr>
          <p:spPr>
            <a:xfrm>
              <a:off x="81280" y="904240"/>
              <a:ext cx="27940" cy="4422140"/>
            </a:xfrm>
            <a:custGeom>
              <a:avLst/>
              <a:gdLst/>
              <a:ahLst/>
              <a:cxnLst/>
              <a:rect l="l" t="t" r="r" b="b"/>
              <a:pathLst>
                <a:path w="27940" h="4422140">
                  <a:moveTo>
                    <a:pt x="12700" y="4409440"/>
                  </a:moveTo>
                  <a:lnTo>
                    <a:pt x="12700" y="8890"/>
                  </a:lnTo>
                  <a:lnTo>
                    <a:pt x="3810" y="0"/>
                  </a:lnTo>
                  <a:cubicBezTo>
                    <a:pt x="1270" y="2540"/>
                    <a:pt x="0" y="5080"/>
                    <a:pt x="0" y="8890"/>
                  </a:cubicBezTo>
                  <a:lnTo>
                    <a:pt x="0" y="4408170"/>
                  </a:lnTo>
                  <a:cubicBezTo>
                    <a:pt x="0" y="4415790"/>
                    <a:pt x="6350" y="4422140"/>
                    <a:pt x="13970" y="4422140"/>
                  </a:cubicBezTo>
                  <a:lnTo>
                    <a:pt x="27940" y="4422140"/>
                  </a:lnTo>
                  <a:cubicBezTo>
                    <a:pt x="19050" y="4422140"/>
                    <a:pt x="12700" y="4415790"/>
                    <a:pt x="12700" y="4409440"/>
                  </a:cubicBezTo>
                  <a:close/>
                </a:path>
              </a:pathLst>
            </a:custGeom>
            <a:solidFill>
              <a:srgbClr val="898888"/>
            </a:solidFill>
          </p:spPr>
        </p:sp>
        <p:sp>
          <p:nvSpPr>
            <p:cNvPr id="20" name="Freeform 20"/>
            <p:cNvSpPr/>
            <p:nvPr/>
          </p:nvSpPr>
          <p:spPr>
            <a:xfrm>
              <a:off x="238760" y="1108710"/>
              <a:ext cx="27940" cy="3270250"/>
            </a:xfrm>
            <a:custGeom>
              <a:avLst/>
              <a:gdLst/>
              <a:ahLst/>
              <a:cxnLst/>
              <a:rect l="l" t="t" r="r" b="b"/>
              <a:pathLst>
                <a:path w="27940" h="3270250">
                  <a:moveTo>
                    <a:pt x="12700" y="3256280"/>
                  </a:moveTo>
                  <a:lnTo>
                    <a:pt x="12700" y="7620"/>
                  </a:lnTo>
                  <a:lnTo>
                    <a:pt x="3810" y="0"/>
                  </a:lnTo>
                  <a:cubicBezTo>
                    <a:pt x="1270" y="2540"/>
                    <a:pt x="0" y="6350"/>
                    <a:pt x="0" y="10160"/>
                  </a:cubicBezTo>
                  <a:lnTo>
                    <a:pt x="0" y="3256280"/>
                  </a:lnTo>
                  <a:cubicBezTo>
                    <a:pt x="0" y="3263900"/>
                    <a:pt x="6350" y="3270250"/>
                    <a:pt x="13970" y="3270250"/>
                  </a:cubicBezTo>
                  <a:lnTo>
                    <a:pt x="27940" y="3270250"/>
                  </a:lnTo>
                  <a:cubicBezTo>
                    <a:pt x="19050" y="3270250"/>
                    <a:pt x="12700" y="3263900"/>
                    <a:pt x="12700" y="325628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1" name="Freeform 21"/>
            <p:cNvSpPr/>
            <p:nvPr/>
          </p:nvSpPr>
          <p:spPr>
            <a:xfrm>
              <a:off x="0" y="0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/>
              </a:pathLst>
            </a:custGeom>
            <a:solidFill>
              <a:srgbClr val="FFFFFF"/>
            </a:solidFill>
          </p:spPr>
        </p:sp>
        <p:sp>
          <p:nvSpPr>
            <p:cNvPr id="22" name="Freeform 22"/>
            <p:cNvSpPr/>
            <p:nvPr/>
          </p:nvSpPr>
          <p:spPr>
            <a:xfrm>
              <a:off x="240030" y="4354830"/>
              <a:ext cx="3417570" cy="27940"/>
            </a:xfrm>
            <a:custGeom>
              <a:avLst/>
              <a:gdLst/>
              <a:ahLst/>
              <a:cxnLst/>
              <a:rect l="l" t="t" r="r" b="b"/>
              <a:pathLst>
                <a:path w="3417570" h="27940">
                  <a:moveTo>
                    <a:pt x="3411220" y="12700"/>
                  </a:moveTo>
                  <a:cubicBezTo>
                    <a:pt x="3409950" y="12700"/>
                    <a:pt x="3408680" y="13970"/>
                    <a:pt x="3407410" y="13970"/>
                  </a:cubicBezTo>
                  <a:lnTo>
                    <a:pt x="13970" y="13970"/>
                  </a:lnTo>
                  <a:cubicBezTo>
                    <a:pt x="6350" y="13970"/>
                    <a:pt x="0" y="7620"/>
                    <a:pt x="0" y="0"/>
                  </a:cubicBezTo>
                  <a:lnTo>
                    <a:pt x="0" y="13970"/>
                  </a:lnTo>
                  <a:cubicBezTo>
                    <a:pt x="0" y="21590"/>
                    <a:pt x="6350" y="27940"/>
                    <a:pt x="13970" y="27940"/>
                  </a:cubicBezTo>
                  <a:lnTo>
                    <a:pt x="3407410" y="27940"/>
                  </a:lnTo>
                  <a:cubicBezTo>
                    <a:pt x="3411220" y="27940"/>
                    <a:pt x="3415030" y="25400"/>
                    <a:pt x="3417570" y="22860"/>
                  </a:cubicBezTo>
                  <a:lnTo>
                    <a:pt x="3411220" y="127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3" name="Freeform 23"/>
            <p:cNvSpPr/>
            <p:nvPr/>
          </p:nvSpPr>
          <p:spPr>
            <a:xfrm>
              <a:off x="93980" y="909320"/>
              <a:ext cx="1270" cy="3810"/>
            </a:xfrm>
            <a:custGeom>
              <a:avLst/>
              <a:gdLst/>
              <a:ahLst/>
              <a:cxnLst/>
              <a:rect l="l" t="t" r="r" b="b"/>
              <a:pathLst>
                <a:path w="1270" h="3810">
                  <a:moveTo>
                    <a:pt x="0" y="3810"/>
                  </a:moveTo>
                  <a:lnTo>
                    <a:pt x="1270" y="0"/>
                  </a:lnTo>
                  <a:cubicBezTo>
                    <a:pt x="0" y="1270"/>
                    <a:pt x="0" y="2540"/>
                    <a:pt x="0" y="381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4" name="Freeform 24"/>
            <p:cNvSpPr/>
            <p:nvPr/>
          </p:nvSpPr>
          <p:spPr>
            <a:xfrm>
              <a:off x="85090" y="899160"/>
              <a:ext cx="3806190" cy="27940"/>
            </a:xfrm>
            <a:custGeom>
              <a:avLst/>
              <a:gdLst/>
              <a:ahLst/>
              <a:cxnLst/>
              <a:rect l="l" t="t" r="r" b="b"/>
              <a:pathLst>
                <a:path w="3806190" h="27940">
                  <a:moveTo>
                    <a:pt x="3790950" y="0"/>
                  </a:moveTo>
                  <a:lnTo>
                    <a:pt x="10160" y="0"/>
                  </a:lnTo>
                  <a:cubicBezTo>
                    <a:pt x="6350" y="0"/>
                    <a:pt x="2540" y="2540"/>
                    <a:pt x="0" y="5080"/>
                  </a:cubicBezTo>
                  <a:lnTo>
                    <a:pt x="8890" y="13970"/>
                  </a:lnTo>
                  <a:lnTo>
                    <a:pt x="3792220" y="13970"/>
                  </a:lnTo>
                  <a:cubicBezTo>
                    <a:pt x="3799840" y="13970"/>
                    <a:pt x="3806190" y="20320"/>
                    <a:pt x="3806190" y="27940"/>
                  </a:cubicBezTo>
                  <a:lnTo>
                    <a:pt x="3806190" y="13970"/>
                  </a:lnTo>
                  <a:cubicBezTo>
                    <a:pt x="3804920" y="6350"/>
                    <a:pt x="3798570" y="0"/>
                    <a:pt x="379095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5" name="Freeform 25"/>
            <p:cNvSpPr/>
            <p:nvPr/>
          </p:nvSpPr>
          <p:spPr>
            <a:xfrm>
              <a:off x="3869690" y="910590"/>
              <a:ext cx="20320" cy="4413250"/>
            </a:xfrm>
            <a:custGeom>
              <a:avLst/>
              <a:gdLst/>
              <a:ahLst/>
              <a:cxnLst/>
              <a:rect l="l" t="t" r="r" b="b"/>
              <a:pathLst>
                <a:path w="20320" h="4413250">
                  <a:moveTo>
                    <a:pt x="20320" y="4401820"/>
                  </a:moveTo>
                  <a:lnTo>
                    <a:pt x="20320" y="12700"/>
                  </a:lnTo>
                  <a:cubicBezTo>
                    <a:pt x="20320" y="12700"/>
                    <a:pt x="11430" y="5080"/>
                    <a:pt x="8890" y="2540"/>
                  </a:cubicBezTo>
                  <a:cubicBezTo>
                    <a:pt x="8890" y="2540"/>
                    <a:pt x="6350" y="0"/>
                    <a:pt x="0" y="0"/>
                  </a:cubicBezTo>
                  <a:lnTo>
                    <a:pt x="0" y="4403090"/>
                  </a:lnTo>
                  <a:lnTo>
                    <a:pt x="15240" y="4413250"/>
                  </a:lnTo>
                  <a:cubicBezTo>
                    <a:pt x="19050" y="4410710"/>
                    <a:pt x="20320" y="4406900"/>
                    <a:pt x="20320" y="440182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26" name="Freeform 26"/>
          <p:cNvSpPr/>
          <p:nvPr/>
        </p:nvSpPr>
        <p:spPr>
          <a:xfrm rot="-7790088">
            <a:off x="-1139290" y="8291080"/>
            <a:ext cx="6332063" cy="4881445"/>
          </a:xfrm>
          <a:custGeom>
            <a:avLst/>
            <a:gdLst/>
            <a:ahLst/>
            <a:cxnLst/>
            <a:rect l="l" t="t" r="r" b="b"/>
            <a:pathLst>
              <a:path w="6332063" h="4881445">
                <a:moveTo>
                  <a:pt x="0" y="0"/>
                </a:moveTo>
                <a:lnTo>
                  <a:pt x="6332063" y="0"/>
                </a:lnTo>
                <a:lnTo>
                  <a:pt x="6332063" y="4881445"/>
                </a:lnTo>
                <a:lnTo>
                  <a:pt x="0" y="488144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7" name="TextBox 27"/>
          <p:cNvSpPr txBox="1"/>
          <p:nvPr/>
        </p:nvSpPr>
        <p:spPr>
          <a:xfrm>
            <a:off x="522275" y="462271"/>
            <a:ext cx="9870562" cy="602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96"/>
              </a:lnSpc>
            </a:pPr>
            <a:r>
              <a:rPr lang="en-US" sz="4430">
                <a:solidFill>
                  <a:srgbClr val="112838"/>
                </a:solidFill>
                <a:latin typeface="Fredoka"/>
                <a:ea typeface="Fredoka"/>
                <a:cs typeface="Fredoka"/>
                <a:sym typeface="Fredoka"/>
              </a:rPr>
              <a:t>✈️ KEY DATA STRUCTURES USED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522275" y="1266754"/>
            <a:ext cx="9870562" cy="92741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44572" lvl="1" indent="-372286" algn="l">
              <a:lnSpc>
                <a:spcPts val="5173"/>
              </a:lnSpc>
              <a:buAutoNum type="arabicPeriod"/>
            </a:pPr>
            <a:r>
              <a:rPr lang="en-US" sz="3448" b="1">
                <a:solidFill>
                  <a:srgbClr val="112838"/>
                </a:solidFill>
                <a:latin typeface="Roboto Bold"/>
                <a:ea typeface="Roboto Bold"/>
                <a:cs typeface="Roboto Bold"/>
                <a:sym typeface="Roboto Bold"/>
              </a:rPr>
              <a:t>Graph (Adjacency List-based):</a:t>
            </a:r>
          </a:p>
          <a:p>
            <a:pPr algn="l">
              <a:lnSpc>
                <a:spcPts val="5173"/>
              </a:lnSpc>
            </a:pPr>
            <a:r>
              <a:rPr lang="en-US" sz="3448" b="1">
                <a:solidFill>
                  <a:srgbClr val="112838"/>
                </a:solidFill>
                <a:latin typeface="Roboto Bold"/>
                <a:ea typeface="Roboto Bold"/>
                <a:cs typeface="Roboto Bold"/>
                <a:sym typeface="Roboto Bold"/>
              </a:rPr>
              <a:t> </a:t>
            </a:r>
            <a:r>
              <a:rPr lang="en-US" sz="3448">
                <a:solidFill>
                  <a:srgbClr val="112838"/>
                </a:solidFill>
                <a:latin typeface="Roboto"/>
                <a:ea typeface="Roboto"/>
                <a:cs typeface="Roboto"/>
                <a:sym typeface="Roboto"/>
              </a:rPr>
              <a:t>To represent the flight network between cities.</a:t>
            </a:r>
          </a:p>
          <a:p>
            <a:pPr marL="744572" lvl="1" indent="-372286" algn="l">
              <a:lnSpc>
                <a:spcPts val="5173"/>
              </a:lnSpc>
              <a:buAutoNum type="arabicPeriod"/>
            </a:pPr>
            <a:r>
              <a:rPr lang="en-US" sz="3448" b="1">
                <a:solidFill>
                  <a:srgbClr val="112838"/>
                </a:solidFill>
                <a:latin typeface="Roboto Bold"/>
                <a:ea typeface="Roboto Bold"/>
                <a:cs typeface="Roboto Bold"/>
                <a:sym typeface="Roboto Bold"/>
              </a:rPr>
              <a:t>Queue (Linked List Implementation):</a:t>
            </a:r>
          </a:p>
          <a:p>
            <a:pPr algn="l">
              <a:lnSpc>
                <a:spcPts val="5173"/>
              </a:lnSpc>
            </a:pPr>
            <a:r>
              <a:rPr lang="en-US" sz="3448">
                <a:solidFill>
                  <a:srgbClr val="112838"/>
                </a:solidFill>
                <a:latin typeface="Roboto"/>
                <a:ea typeface="Roboto"/>
                <a:cs typeface="Roboto"/>
                <a:sym typeface="Roboto"/>
              </a:rPr>
              <a:t>To manage a dynamic list of all flights available, and to handle bookings and flight data loading efficiently.</a:t>
            </a:r>
          </a:p>
          <a:p>
            <a:pPr marL="744572" lvl="1" indent="-372286" algn="l">
              <a:lnSpc>
                <a:spcPts val="5173"/>
              </a:lnSpc>
              <a:buAutoNum type="arabicPeriod"/>
            </a:pPr>
            <a:r>
              <a:rPr lang="en-US" sz="3448" b="1">
                <a:solidFill>
                  <a:srgbClr val="112838"/>
                </a:solidFill>
                <a:latin typeface="Roboto Bold"/>
                <a:ea typeface="Roboto Bold"/>
                <a:cs typeface="Roboto Bold"/>
                <a:sym typeface="Roboto Bold"/>
              </a:rPr>
              <a:t>Priority Queue (Min-Heap):</a:t>
            </a:r>
          </a:p>
          <a:p>
            <a:pPr algn="l">
              <a:lnSpc>
                <a:spcPts val="5173"/>
              </a:lnSpc>
            </a:pPr>
            <a:r>
              <a:rPr lang="en-US" sz="3448">
                <a:solidFill>
                  <a:srgbClr val="112838"/>
                </a:solidFill>
                <a:latin typeface="Roboto"/>
                <a:ea typeface="Roboto"/>
                <a:cs typeface="Roboto"/>
                <a:sym typeface="Roboto"/>
              </a:rPr>
              <a:t>Applied in Dijkstra’s Algorithm for finding the cheapest route between cities based on ticket prices.</a:t>
            </a:r>
          </a:p>
          <a:p>
            <a:pPr marL="744572" lvl="1" indent="-372286" algn="l">
              <a:lnSpc>
                <a:spcPts val="5173"/>
              </a:lnSpc>
              <a:buAutoNum type="arabicPeriod"/>
            </a:pPr>
            <a:r>
              <a:rPr lang="en-US" sz="3448" b="1">
                <a:solidFill>
                  <a:srgbClr val="112838"/>
                </a:solidFill>
                <a:latin typeface="Roboto Bold"/>
                <a:ea typeface="Roboto Bold"/>
                <a:cs typeface="Roboto Bold"/>
                <a:sym typeface="Roboto Bold"/>
              </a:rPr>
              <a:t>Custom Node and Linked List:</a:t>
            </a:r>
          </a:p>
          <a:p>
            <a:pPr algn="l">
              <a:lnSpc>
                <a:spcPts val="5173"/>
              </a:lnSpc>
            </a:pPr>
            <a:r>
              <a:rPr lang="en-US" sz="3448">
                <a:solidFill>
                  <a:srgbClr val="112838"/>
                </a:solidFill>
                <a:latin typeface="Roboto"/>
                <a:ea typeface="Roboto"/>
                <a:cs typeface="Roboto"/>
                <a:sym typeface="Roboto"/>
              </a:rPr>
              <a:t>Used in creating the adjacency list and flight queue structure for flexible memory handling.</a:t>
            </a:r>
          </a:p>
          <a:p>
            <a:pPr algn="l">
              <a:lnSpc>
                <a:spcPts val="4123"/>
              </a:lnSpc>
            </a:pPr>
            <a:endParaRPr lang="en-US" sz="3448">
              <a:solidFill>
                <a:srgbClr val="112838"/>
              </a:solidFill>
              <a:latin typeface="Roboto"/>
              <a:ea typeface="Roboto"/>
              <a:cs typeface="Roboto"/>
              <a:sym typeface="Roboto"/>
            </a:endParaRPr>
          </a:p>
          <a:p>
            <a:pPr algn="l">
              <a:lnSpc>
                <a:spcPts val="2580"/>
              </a:lnSpc>
            </a:pPr>
            <a:endParaRPr lang="en-US" sz="3448">
              <a:solidFill>
                <a:srgbClr val="11283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848223" y="7749635"/>
            <a:ext cx="14591553" cy="6667884"/>
            <a:chOff x="0" y="0"/>
            <a:chExt cx="2273988" cy="103914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73988" cy="1039141"/>
            </a:xfrm>
            <a:custGeom>
              <a:avLst/>
              <a:gdLst/>
              <a:ahLst/>
              <a:cxnLst/>
              <a:rect l="l" t="t" r="r" b="b"/>
              <a:pathLst>
                <a:path w="2273988" h="1039141">
                  <a:moveTo>
                    <a:pt x="1136994" y="0"/>
                  </a:moveTo>
                  <a:cubicBezTo>
                    <a:pt x="509049" y="0"/>
                    <a:pt x="0" y="232620"/>
                    <a:pt x="0" y="519571"/>
                  </a:cubicBezTo>
                  <a:cubicBezTo>
                    <a:pt x="0" y="806522"/>
                    <a:pt x="509049" y="1039141"/>
                    <a:pt x="1136994" y="1039141"/>
                  </a:cubicBezTo>
                  <a:cubicBezTo>
                    <a:pt x="1764938" y="1039141"/>
                    <a:pt x="2273988" y="806522"/>
                    <a:pt x="2273988" y="519571"/>
                  </a:cubicBezTo>
                  <a:cubicBezTo>
                    <a:pt x="2273988" y="232620"/>
                    <a:pt x="1764938" y="0"/>
                    <a:pt x="1136994" y="0"/>
                  </a:cubicBezTo>
                  <a:close/>
                </a:path>
              </a:pathLst>
            </a:custGeom>
            <a:solidFill>
              <a:srgbClr val="74A8CB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213186" y="49795"/>
              <a:ext cx="1847615" cy="8919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3745735" y="4727863"/>
            <a:ext cx="10796529" cy="5182334"/>
          </a:xfrm>
          <a:custGeom>
            <a:avLst/>
            <a:gdLst/>
            <a:ahLst/>
            <a:cxnLst/>
            <a:rect l="l" t="t" r="r" b="b"/>
            <a:pathLst>
              <a:path w="10796529" h="5182334">
                <a:moveTo>
                  <a:pt x="0" y="0"/>
                </a:moveTo>
                <a:lnTo>
                  <a:pt x="10796530" y="0"/>
                </a:lnTo>
                <a:lnTo>
                  <a:pt x="10796530" y="5182334"/>
                </a:lnTo>
                <a:lnTo>
                  <a:pt x="0" y="51823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2091680" y="1822561"/>
            <a:ext cx="5414911" cy="3061886"/>
          </a:xfrm>
          <a:custGeom>
            <a:avLst/>
            <a:gdLst/>
            <a:ahLst/>
            <a:cxnLst/>
            <a:rect l="l" t="t" r="r" b="b"/>
            <a:pathLst>
              <a:path w="5414911" h="3061886">
                <a:moveTo>
                  <a:pt x="0" y="0"/>
                </a:moveTo>
                <a:lnTo>
                  <a:pt x="5414911" y="0"/>
                </a:lnTo>
                <a:lnTo>
                  <a:pt x="5414911" y="3061886"/>
                </a:lnTo>
                <a:lnTo>
                  <a:pt x="0" y="30618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-731976" y="2124350"/>
            <a:ext cx="3204399" cy="1951770"/>
          </a:xfrm>
          <a:custGeom>
            <a:avLst/>
            <a:gdLst/>
            <a:ahLst/>
            <a:cxnLst/>
            <a:rect l="l" t="t" r="r" b="b"/>
            <a:pathLst>
              <a:path w="3204399" h="1951770">
                <a:moveTo>
                  <a:pt x="0" y="0"/>
                </a:moveTo>
                <a:lnTo>
                  <a:pt x="3204399" y="0"/>
                </a:lnTo>
                <a:lnTo>
                  <a:pt x="3204399" y="1951770"/>
                </a:lnTo>
                <a:lnTo>
                  <a:pt x="0" y="195177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4551845" y="0"/>
            <a:ext cx="5414911" cy="3061886"/>
          </a:xfrm>
          <a:custGeom>
            <a:avLst/>
            <a:gdLst/>
            <a:ahLst/>
            <a:cxnLst/>
            <a:rect l="l" t="t" r="r" b="b"/>
            <a:pathLst>
              <a:path w="5414911" h="3061886">
                <a:moveTo>
                  <a:pt x="0" y="0"/>
                </a:moveTo>
                <a:lnTo>
                  <a:pt x="5414910" y="0"/>
                </a:lnTo>
                <a:lnTo>
                  <a:pt x="5414910" y="3061886"/>
                </a:lnTo>
                <a:lnTo>
                  <a:pt x="0" y="30618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3393883" y="1899239"/>
            <a:ext cx="11509138" cy="14542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104"/>
              </a:lnSpc>
            </a:pPr>
            <a:r>
              <a:rPr lang="en-US" sz="10476">
                <a:solidFill>
                  <a:srgbClr val="112838"/>
                </a:solidFill>
                <a:latin typeface="Fredoka"/>
                <a:ea typeface="Fredoka"/>
                <a:cs typeface="Fredoka"/>
                <a:sym typeface="Fredoka"/>
              </a:rPr>
              <a:t>FLIGHT &amp; HOTEL</a:t>
            </a:r>
          </a:p>
        </p:txBody>
      </p:sp>
      <p:sp>
        <p:nvSpPr>
          <p:cNvPr id="10" name="Freeform 10"/>
          <p:cNvSpPr/>
          <p:nvPr/>
        </p:nvSpPr>
        <p:spPr>
          <a:xfrm>
            <a:off x="15824481" y="285725"/>
            <a:ext cx="3204399" cy="1951770"/>
          </a:xfrm>
          <a:custGeom>
            <a:avLst/>
            <a:gdLst/>
            <a:ahLst/>
            <a:cxnLst/>
            <a:rect l="l" t="t" r="r" b="b"/>
            <a:pathLst>
              <a:path w="3204399" h="1951770">
                <a:moveTo>
                  <a:pt x="0" y="0"/>
                </a:moveTo>
                <a:lnTo>
                  <a:pt x="3204399" y="0"/>
                </a:lnTo>
                <a:lnTo>
                  <a:pt x="3204399" y="1951771"/>
                </a:lnTo>
                <a:lnTo>
                  <a:pt x="0" y="195177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76260" y="510030"/>
            <a:ext cx="17335479" cy="9266939"/>
            <a:chOff x="0" y="0"/>
            <a:chExt cx="4565723" cy="24406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65723" cy="2440675"/>
            </a:xfrm>
            <a:custGeom>
              <a:avLst/>
              <a:gdLst/>
              <a:ahLst/>
              <a:cxnLst/>
              <a:rect l="l" t="t" r="r" b="b"/>
              <a:pathLst>
                <a:path w="4565723" h="2440675">
                  <a:moveTo>
                    <a:pt x="24116" y="0"/>
                  </a:moveTo>
                  <a:lnTo>
                    <a:pt x="4541607" y="0"/>
                  </a:lnTo>
                  <a:cubicBezTo>
                    <a:pt x="4554926" y="0"/>
                    <a:pt x="4565723" y="10797"/>
                    <a:pt x="4565723" y="24116"/>
                  </a:cubicBezTo>
                  <a:lnTo>
                    <a:pt x="4565723" y="2416559"/>
                  </a:lnTo>
                  <a:cubicBezTo>
                    <a:pt x="4565723" y="2429878"/>
                    <a:pt x="4554926" y="2440675"/>
                    <a:pt x="4541607" y="2440675"/>
                  </a:cubicBezTo>
                  <a:lnTo>
                    <a:pt x="24116" y="2440675"/>
                  </a:lnTo>
                  <a:cubicBezTo>
                    <a:pt x="10797" y="2440675"/>
                    <a:pt x="0" y="2429878"/>
                    <a:pt x="0" y="2416559"/>
                  </a:cubicBezTo>
                  <a:lnTo>
                    <a:pt x="0" y="24116"/>
                  </a:lnTo>
                  <a:cubicBezTo>
                    <a:pt x="0" y="10797"/>
                    <a:pt x="10797" y="0"/>
                    <a:pt x="2411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" cap="rnd">
              <a:solidFill>
                <a:srgbClr val="D38D29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565723" cy="248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673926" y="3809365"/>
            <a:ext cx="4662395" cy="2797437"/>
            <a:chOff x="0" y="0"/>
            <a:chExt cx="6350000" cy="3810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350000" cy="3810000"/>
            </a:xfrm>
            <a:custGeom>
              <a:avLst/>
              <a:gdLst/>
              <a:ahLst/>
              <a:cxnLst/>
              <a:rect l="l" t="t" r="r" b="b"/>
              <a:pathLst>
                <a:path w="6350000" h="3810000">
                  <a:moveTo>
                    <a:pt x="0" y="3175000"/>
                  </a:moveTo>
                  <a:lnTo>
                    <a:pt x="0" y="635000"/>
                  </a:lnTo>
                  <a:cubicBezTo>
                    <a:pt x="0" y="284480"/>
                    <a:pt x="284480" y="0"/>
                    <a:pt x="635000" y="0"/>
                  </a:cubicBezTo>
                  <a:lnTo>
                    <a:pt x="5715000" y="0"/>
                  </a:lnTo>
                  <a:cubicBezTo>
                    <a:pt x="6065520" y="0"/>
                    <a:pt x="6350000" y="284480"/>
                    <a:pt x="6350000" y="635000"/>
                  </a:cubicBezTo>
                  <a:lnTo>
                    <a:pt x="6350000" y="3175000"/>
                  </a:lnTo>
                  <a:cubicBezTo>
                    <a:pt x="6350000" y="3525520"/>
                    <a:pt x="6065520" y="3810000"/>
                    <a:pt x="5715000" y="3810000"/>
                  </a:cubicBezTo>
                  <a:lnTo>
                    <a:pt x="635000" y="3810000"/>
                  </a:lnTo>
                  <a:cubicBezTo>
                    <a:pt x="284480" y="3810000"/>
                    <a:pt x="0" y="3525520"/>
                    <a:pt x="0" y="3175000"/>
                  </a:cubicBezTo>
                  <a:close/>
                </a:path>
              </a:pathLst>
            </a:custGeom>
            <a:blipFill>
              <a:blip r:embed="rId2"/>
              <a:stretch>
                <a:fillRect t="-54166" b="-54166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>
            <a:off x="6812802" y="3809365"/>
            <a:ext cx="4662395" cy="2797437"/>
            <a:chOff x="0" y="0"/>
            <a:chExt cx="6350000" cy="38100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350000" cy="3810000"/>
            </a:xfrm>
            <a:custGeom>
              <a:avLst/>
              <a:gdLst/>
              <a:ahLst/>
              <a:cxnLst/>
              <a:rect l="l" t="t" r="r" b="b"/>
              <a:pathLst>
                <a:path w="6350000" h="3810000">
                  <a:moveTo>
                    <a:pt x="0" y="3175000"/>
                  </a:moveTo>
                  <a:lnTo>
                    <a:pt x="0" y="635000"/>
                  </a:lnTo>
                  <a:cubicBezTo>
                    <a:pt x="0" y="284480"/>
                    <a:pt x="284480" y="0"/>
                    <a:pt x="635000" y="0"/>
                  </a:cubicBezTo>
                  <a:lnTo>
                    <a:pt x="5715000" y="0"/>
                  </a:lnTo>
                  <a:cubicBezTo>
                    <a:pt x="6065520" y="0"/>
                    <a:pt x="6350000" y="284480"/>
                    <a:pt x="6350000" y="635000"/>
                  </a:cubicBezTo>
                  <a:lnTo>
                    <a:pt x="6350000" y="3175000"/>
                  </a:lnTo>
                  <a:cubicBezTo>
                    <a:pt x="6350000" y="3525520"/>
                    <a:pt x="6065520" y="3810000"/>
                    <a:pt x="5715000" y="3810000"/>
                  </a:cubicBezTo>
                  <a:lnTo>
                    <a:pt x="635000" y="3810000"/>
                  </a:lnTo>
                  <a:cubicBezTo>
                    <a:pt x="284480" y="3810000"/>
                    <a:pt x="0" y="3525520"/>
                    <a:pt x="0" y="3175000"/>
                  </a:cubicBezTo>
                  <a:close/>
                </a:path>
              </a:pathLst>
            </a:custGeom>
            <a:blipFill>
              <a:blip r:embed="rId3"/>
              <a:stretch>
                <a:fillRect t="-12500" b="-12500"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11951679" y="3809365"/>
            <a:ext cx="4662395" cy="2797437"/>
            <a:chOff x="0" y="0"/>
            <a:chExt cx="6350000" cy="38100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350000" cy="3810000"/>
            </a:xfrm>
            <a:custGeom>
              <a:avLst/>
              <a:gdLst/>
              <a:ahLst/>
              <a:cxnLst/>
              <a:rect l="l" t="t" r="r" b="b"/>
              <a:pathLst>
                <a:path w="6350000" h="3810000">
                  <a:moveTo>
                    <a:pt x="0" y="3175000"/>
                  </a:moveTo>
                  <a:lnTo>
                    <a:pt x="0" y="635000"/>
                  </a:lnTo>
                  <a:cubicBezTo>
                    <a:pt x="0" y="284480"/>
                    <a:pt x="284480" y="0"/>
                    <a:pt x="635000" y="0"/>
                  </a:cubicBezTo>
                  <a:lnTo>
                    <a:pt x="5715000" y="0"/>
                  </a:lnTo>
                  <a:cubicBezTo>
                    <a:pt x="6065520" y="0"/>
                    <a:pt x="6350000" y="284480"/>
                    <a:pt x="6350000" y="635000"/>
                  </a:cubicBezTo>
                  <a:lnTo>
                    <a:pt x="6350000" y="3175000"/>
                  </a:lnTo>
                  <a:cubicBezTo>
                    <a:pt x="6350000" y="3525520"/>
                    <a:pt x="6065520" y="3810000"/>
                    <a:pt x="5715000" y="3810000"/>
                  </a:cubicBezTo>
                  <a:lnTo>
                    <a:pt x="635000" y="3810000"/>
                  </a:lnTo>
                  <a:cubicBezTo>
                    <a:pt x="284480" y="3810000"/>
                    <a:pt x="0" y="3525520"/>
                    <a:pt x="0" y="3175000"/>
                  </a:cubicBezTo>
                  <a:close/>
                </a:path>
              </a:pathLst>
            </a:custGeom>
            <a:blipFill>
              <a:blip r:embed="rId4"/>
              <a:stretch>
                <a:fillRect t="-54112" b="-54112"/>
              </a:stretch>
            </a:blipFill>
          </p:spPr>
        </p:sp>
      </p:grpSp>
      <p:sp>
        <p:nvSpPr>
          <p:cNvPr id="11" name="Freeform 11"/>
          <p:cNvSpPr/>
          <p:nvPr/>
        </p:nvSpPr>
        <p:spPr>
          <a:xfrm>
            <a:off x="12886443" y="-348488"/>
            <a:ext cx="7068408" cy="3534204"/>
          </a:xfrm>
          <a:custGeom>
            <a:avLst/>
            <a:gdLst/>
            <a:ahLst/>
            <a:cxnLst/>
            <a:rect l="l" t="t" r="r" b="b"/>
            <a:pathLst>
              <a:path w="7068408" h="3534204">
                <a:moveTo>
                  <a:pt x="0" y="0"/>
                </a:moveTo>
                <a:lnTo>
                  <a:pt x="7068408" y="0"/>
                </a:lnTo>
                <a:lnTo>
                  <a:pt x="7068408" y="3534204"/>
                </a:lnTo>
                <a:lnTo>
                  <a:pt x="0" y="353420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 rot="957752">
            <a:off x="-1179752" y="7497508"/>
            <a:ext cx="5331199" cy="3421661"/>
          </a:xfrm>
          <a:custGeom>
            <a:avLst/>
            <a:gdLst/>
            <a:ahLst/>
            <a:cxnLst/>
            <a:rect l="l" t="t" r="r" b="b"/>
            <a:pathLst>
              <a:path w="5331199" h="3421661">
                <a:moveTo>
                  <a:pt x="0" y="0"/>
                </a:moveTo>
                <a:lnTo>
                  <a:pt x="5331199" y="0"/>
                </a:lnTo>
                <a:lnTo>
                  <a:pt x="5331199" y="3421661"/>
                </a:lnTo>
                <a:lnTo>
                  <a:pt x="0" y="342166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 rot="-7790088">
            <a:off x="13419554" y="7898789"/>
            <a:ext cx="6858727" cy="5287455"/>
          </a:xfrm>
          <a:custGeom>
            <a:avLst/>
            <a:gdLst/>
            <a:ahLst/>
            <a:cxnLst/>
            <a:rect l="l" t="t" r="r" b="b"/>
            <a:pathLst>
              <a:path w="6858727" h="5287455">
                <a:moveTo>
                  <a:pt x="0" y="0"/>
                </a:moveTo>
                <a:lnTo>
                  <a:pt x="6858727" y="0"/>
                </a:lnTo>
                <a:lnTo>
                  <a:pt x="6858727" y="5287456"/>
                </a:lnTo>
                <a:lnTo>
                  <a:pt x="0" y="528745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5401557" y="1753700"/>
            <a:ext cx="7484885" cy="11910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13"/>
              </a:lnSpc>
            </a:pPr>
            <a:r>
              <a:rPr lang="en-US" sz="8597">
                <a:solidFill>
                  <a:srgbClr val="112838"/>
                </a:solidFill>
                <a:latin typeface="Fredoka"/>
                <a:ea typeface="Fredoka"/>
                <a:cs typeface="Fredoka"/>
                <a:sym typeface="Fredoka"/>
              </a:rPr>
              <a:t>FLIGHT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359009" y="6820886"/>
            <a:ext cx="4489909" cy="1295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86"/>
              </a:lnSpc>
            </a:pPr>
            <a:r>
              <a:rPr lang="en-US" sz="2822">
                <a:solidFill>
                  <a:srgbClr val="112838"/>
                </a:solidFill>
                <a:latin typeface="Roboto"/>
                <a:ea typeface="Roboto"/>
                <a:cs typeface="Roboto"/>
                <a:sym typeface="Roboto"/>
              </a:rPr>
              <a:t>International Flight: Karachi → Istanbul | Hotel Available | USD 420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534721" y="6820886"/>
            <a:ext cx="5416958" cy="1295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86"/>
              </a:lnSpc>
            </a:pPr>
            <a:r>
              <a:rPr lang="en-US" sz="2822">
                <a:solidFill>
                  <a:srgbClr val="112838"/>
                </a:solidFill>
                <a:latin typeface="Roboto"/>
                <a:ea typeface="Roboto"/>
                <a:cs typeface="Roboto"/>
                <a:sym typeface="Roboto"/>
              </a:rPr>
              <a:t>Cheapest Connecting Route: Islamabad → Dubai (via Karachi) | Dijkstra’s Algorithm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485848" y="6820886"/>
            <a:ext cx="4850474" cy="866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86"/>
              </a:lnSpc>
            </a:pPr>
            <a:r>
              <a:rPr lang="en-US" sz="2822">
                <a:solidFill>
                  <a:srgbClr val="112838"/>
                </a:solidFill>
                <a:latin typeface="Roboto"/>
                <a:ea typeface="Roboto"/>
                <a:cs typeface="Roboto"/>
                <a:sym typeface="Roboto"/>
              </a:rPr>
              <a:t>Direct Flight: Lahore → Karachi | PIA | PKR 22,000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76260" y="510030"/>
            <a:ext cx="17335479" cy="9266939"/>
            <a:chOff x="0" y="0"/>
            <a:chExt cx="4565723" cy="24406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65723" cy="2440675"/>
            </a:xfrm>
            <a:custGeom>
              <a:avLst/>
              <a:gdLst/>
              <a:ahLst/>
              <a:cxnLst/>
              <a:rect l="l" t="t" r="r" b="b"/>
              <a:pathLst>
                <a:path w="4565723" h="2440675">
                  <a:moveTo>
                    <a:pt x="24116" y="0"/>
                  </a:moveTo>
                  <a:lnTo>
                    <a:pt x="4541607" y="0"/>
                  </a:lnTo>
                  <a:cubicBezTo>
                    <a:pt x="4554926" y="0"/>
                    <a:pt x="4565723" y="10797"/>
                    <a:pt x="4565723" y="24116"/>
                  </a:cubicBezTo>
                  <a:lnTo>
                    <a:pt x="4565723" y="2416559"/>
                  </a:lnTo>
                  <a:cubicBezTo>
                    <a:pt x="4565723" y="2429878"/>
                    <a:pt x="4554926" y="2440675"/>
                    <a:pt x="4541607" y="2440675"/>
                  </a:cubicBezTo>
                  <a:lnTo>
                    <a:pt x="24116" y="2440675"/>
                  </a:lnTo>
                  <a:cubicBezTo>
                    <a:pt x="10797" y="2440675"/>
                    <a:pt x="0" y="2429878"/>
                    <a:pt x="0" y="2416559"/>
                  </a:cubicBezTo>
                  <a:lnTo>
                    <a:pt x="0" y="24116"/>
                  </a:lnTo>
                  <a:cubicBezTo>
                    <a:pt x="0" y="10797"/>
                    <a:pt x="10797" y="0"/>
                    <a:pt x="2411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" cap="rnd">
              <a:solidFill>
                <a:srgbClr val="D38D29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565723" cy="248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257904" y="4409136"/>
            <a:ext cx="4936511" cy="11910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13"/>
              </a:lnSpc>
            </a:pPr>
            <a:r>
              <a:rPr lang="en-US" sz="8597">
                <a:solidFill>
                  <a:srgbClr val="112838"/>
                </a:solidFill>
                <a:latin typeface="Fredoka"/>
                <a:ea typeface="Fredoka"/>
                <a:cs typeface="Fredoka"/>
                <a:sym typeface="Fredoka"/>
              </a:rPr>
              <a:t>HOTEL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6825825" y="5339470"/>
            <a:ext cx="4739136" cy="2843482"/>
            <a:chOff x="0" y="0"/>
            <a:chExt cx="6350000" cy="38100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350000" cy="3810000"/>
            </a:xfrm>
            <a:custGeom>
              <a:avLst/>
              <a:gdLst/>
              <a:ahLst/>
              <a:cxnLst/>
              <a:rect l="l" t="t" r="r" b="b"/>
              <a:pathLst>
                <a:path w="6350000" h="3810000">
                  <a:moveTo>
                    <a:pt x="0" y="3175000"/>
                  </a:moveTo>
                  <a:lnTo>
                    <a:pt x="0" y="635000"/>
                  </a:lnTo>
                  <a:cubicBezTo>
                    <a:pt x="0" y="284480"/>
                    <a:pt x="284480" y="0"/>
                    <a:pt x="635000" y="0"/>
                  </a:cubicBezTo>
                  <a:lnTo>
                    <a:pt x="5715000" y="0"/>
                  </a:lnTo>
                  <a:cubicBezTo>
                    <a:pt x="6065520" y="0"/>
                    <a:pt x="6350000" y="284480"/>
                    <a:pt x="6350000" y="635000"/>
                  </a:cubicBezTo>
                  <a:lnTo>
                    <a:pt x="6350000" y="3175000"/>
                  </a:lnTo>
                  <a:cubicBezTo>
                    <a:pt x="6350000" y="3525520"/>
                    <a:pt x="6065520" y="3810000"/>
                    <a:pt x="5715000" y="3810000"/>
                  </a:cubicBezTo>
                  <a:lnTo>
                    <a:pt x="635000" y="3810000"/>
                  </a:lnTo>
                  <a:cubicBezTo>
                    <a:pt x="284480" y="3810000"/>
                    <a:pt x="0" y="3525520"/>
                    <a:pt x="0" y="3175000"/>
                  </a:cubicBezTo>
                  <a:close/>
                </a:path>
              </a:pathLst>
            </a:custGeom>
            <a:blipFill>
              <a:blip r:embed="rId2"/>
              <a:stretch>
                <a:fillRect t="-5572" b="-5572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6825825" y="1338720"/>
            <a:ext cx="4739136" cy="2843482"/>
            <a:chOff x="0" y="0"/>
            <a:chExt cx="6350000" cy="38100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350000" cy="3810000"/>
            </a:xfrm>
            <a:custGeom>
              <a:avLst/>
              <a:gdLst/>
              <a:ahLst/>
              <a:cxnLst/>
              <a:rect l="l" t="t" r="r" b="b"/>
              <a:pathLst>
                <a:path w="6350000" h="3810000">
                  <a:moveTo>
                    <a:pt x="0" y="3175000"/>
                  </a:moveTo>
                  <a:lnTo>
                    <a:pt x="0" y="635000"/>
                  </a:lnTo>
                  <a:cubicBezTo>
                    <a:pt x="0" y="284480"/>
                    <a:pt x="284480" y="0"/>
                    <a:pt x="635000" y="0"/>
                  </a:cubicBezTo>
                  <a:lnTo>
                    <a:pt x="5715000" y="0"/>
                  </a:lnTo>
                  <a:cubicBezTo>
                    <a:pt x="6065520" y="0"/>
                    <a:pt x="6350000" y="284480"/>
                    <a:pt x="6350000" y="635000"/>
                  </a:cubicBezTo>
                  <a:lnTo>
                    <a:pt x="6350000" y="3175000"/>
                  </a:lnTo>
                  <a:cubicBezTo>
                    <a:pt x="6350000" y="3525520"/>
                    <a:pt x="6065520" y="3810000"/>
                    <a:pt x="5715000" y="3810000"/>
                  </a:cubicBezTo>
                  <a:lnTo>
                    <a:pt x="635000" y="3810000"/>
                  </a:lnTo>
                  <a:cubicBezTo>
                    <a:pt x="284480" y="3810000"/>
                    <a:pt x="0" y="3525520"/>
                    <a:pt x="0" y="3175000"/>
                  </a:cubicBezTo>
                  <a:close/>
                </a:path>
              </a:pathLst>
            </a:custGeom>
            <a:blipFill>
              <a:blip r:embed="rId3"/>
              <a:stretch>
                <a:fillRect t="-5555" b="-5555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11848925" y="1338720"/>
            <a:ext cx="4739136" cy="2843482"/>
            <a:chOff x="0" y="0"/>
            <a:chExt cx="6350000" cy="38100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350000" cy="3810000"/>
            </a:xfrm>
            <a:custGeom>
              <a:avLst/>
              <a:gdLst/>
              <a:ahLst/>
              <a:cxnLst/>
              <a:rect l="l" t="t" r="r" b="b"/>
              <a:pathLst>
                <a:path w="6350000" h="3810000">
                  <a:moveTo>
                    <a:pt x="0" y="3175000"/>
                  </a:moveTo>
                  <a:lnTo>
                    <a:pt x="0" y="635000"/>
                  </a:lnTo>
                  <a:cubicBezTo>
                    <a:pt x="0" y="284480"/>
                    <a:pt x="284480" y="0"/>
                    <a:pt x="635000" y="0"/>
                  </a:cubicBezTo>
                  <a:lnTo>
                    <a:pt x="5715000" y="0"/>
                  </a:lnTo>
                  <a:cubicBezTo>
                    <a:pt x="6065520" y="0"/>
                    <a:pt x="6350000" y="284480"/>
                    <a:pt x="6350000" y="635000"/>
                  </a:cubicBezTo>
                  <a:lnTo>
                    <a:pt x="6350000" y="3175000"/>
                  </a:lnTo>
                  <a:cubicBezTo>
                    <a:pt x="6350000" y="3525520"/>
                    <a:pt x="6065520" y="3810000"/>
                    <a:pt x="5715000" y="3810000"/>
                  </a:cubicBezTo>
                  <a:lnTo>
                    <a:pt x="635000" y="3810000"/>
                  </a:lnTo>
                  <a:cubicBezTo>
                    <a:pt x="284480" y="3810000"/>
                    <a:pt x="0" y="3525520"/>
                    <a:pt x="0" y="3175000"/>
                  </a:cubicBezTo>
                  <a:close/>
                </a:path>
              </a:pathLst>
            </a:custGeom>
            <a:blipFill>
              <a:blip r:embed="rId4"/>
              <a:stretch>
                <a:fillRect l="-3293" r="-3293"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>
            <a:off x="11848925" y="5339470"/>
            <a:ext cx="4739136" cy="2843482"/>
            <a:chOff x="0" y="0"/>
            <a:chExt cx="6350000" cy="38100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350000" cy="3810000"/>
            </a:xfrm>
            <a:custGeom>
              <a:avLst/>
              <a:gdLst/>
              <a:ahLst/>
              <a:cxnLst/>
              <a:rect l="l" t="t" r="r" b="b"/>
              <a:pathLst>
                <a:path w="6350000" h="3810000">
                  <a:moveTo>
                    <a:pt x="0" y="3175000"/>
                  </a:moveTo>
                  <a:lnTo>
                    <a:pt x="0" y="635000"/>
                  </a:lnTo>
                  <a:cubicBezTo>
                    <a:pt x="0" y="284480"/>
                    <a:pt x="284480" y="0"/>
                    <a:pt x="635000" y="0"/>
                  </a:cubicBezTo>
                  <a:lnTo>
                    <a:pt x="5715000" y="0"/>
                  </a:lnTo>
                  <a:cubicBezTo>
                    <a:pt x="6065520" y="0"/>
                    <a:pt x="6350000" y="284480"/>
                    <a:pt x="6350000" y="635000"/>
                  </a:cubicBezTo>
                  <a:lnTo>
                    <a:pt x="6350000" y="3175000"/>
                  </a:lnTo>
                  <a:cubicBezTo>
                    <a:pt x="6350000" y="3525520"/>
                    <a:pt x="6065520" y="3810000"/>
                    <a:pt x="5715000" y="3810000"/>
                  </a:cubicBezTo>
                  <a:lnTo>
                    <a:pt x="635000" y="3810000"/>
                  </a:lnTo>
                  <a:cubicBezTo>
                    <a:pt x="284480" y="3810000"/>
                    <a:pt x="0" y="3525520"/>
                    <a:pt x="0" y="3175000"/>
                  </a:cubicBezTo>
                  <a:close/>
                </a:path>
              </a:pathLst>
            </a:custGeom>
            <a:blipFill>
              <a:blip r:embed="rId5"/>
              <a:stretch>
                <a:fillRect t="-5520" b="-5520"/>
              </a:stretch>
            </a:blipFill>
          </p:spPr>
        </p:sp>
      </p:grpSp>
      <p:sp>
        <p:nvSpPr>
          <p:cNvPr id="14" name="Freeform 14"/>
          <p:cNvSpPr/>
          <p:nvPr/>
        </p:nvSpPr>
        <p:spPr>
          <a:xfrm rot="708335">
            <a:off x="-520367" y="7223192"/>
            <a:ext cx="5984457" cy="3427461"/>
          </a:xfrm>
          <a:custGeom>
            <a:avLst/>
            <a:gdLst/>
            <a:ahLst/>
            <a:cxnLst/>
            <a:rect l="l" t="t" r="r" b="b"/>
            <a:pathLst>
              <a:path w="5984457" h="3427461">
                <a:moveTo>
                  <a:pt x="0" y="0"/>
                </a:moveTo>
                <a:lnTo>
                  <a:pt x="5984456" y="0"/>
                </a:lnTo>
                <a:lnTo>
                  <a:pt x="5984456" y="3427461"/>
                </a:lnTo>
                <a:lnTo>
                  <a:pt x="0" y="342746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6825825" y="4311486"/>
            <a:ext cx="4540764" cy="50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45"/>
              </a:lnSpc>
            </a:pPr>
            <a:r>
              <a:rPr lang="en-US" sz="3288">
                <a:solidFill>
                  <a:srgbClr val="112838"/>
                </a:solidFill>
                <a:latin typeface="Roboto"/>
                <a:ea typeface="Roboto"/>
                <a:cs typeface="Roboto"/>
                <a:sym typeface="Roboto"/>
              </a:rPr>
              <a:t>City Center Inn – Lahore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848925" y="4371353"/>
            <a:ext cx="5410375" cy="50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66"/>
              </a:lnSpc>
            </a:pPr>
            <a:r>
              <a:rPr lang="en-US" sz="3222">
                <a:solidFill>
                  <a:srgbClr val="112838"/>
                </a:solidFill>
                <a:latin typeface="Roboto"/>
                <a:ea typeface="Roboto"/>
                <a:cs typeface="Roboto"/>
                <a:sym typeface="Roboto"/>
              </a:rPr>
              <a:t>Skyline Luxury Hotel – Dubai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825825" y="8373452"/>
            <a:ext cx="4540764" cy="990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66"/>
              </a:lnSpc>
            </a:pPr>
            <a:r>
              <a:rPr lang="en-US" sz="3222">
                <a:solidFill>
                  <a:srgbClr val="112838"/>
                </a:solidFill>
                <a:latin typeface="Roboto"/>
                <a:ea typeface="Roboto"/>
                <a:cs typeface="Roboto"/>
                <a:sym typeface="Roboto"/>
              </a:rPr>
              <a:t>Palm View Resort – Istanbul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848925" y="8373452"/>
            <a:ext cx="5186629" cy="990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66"/>
              </a:lnSpc>
            </a:pPr>
            <a:r>
              <a:rPr lang="en-US" sz="3222">
                <a:solidFill>
                  <a:srgbClr val="112838"/>
                </a:solidFill>
                <a:latin typeface="Roboto"/>
                <a:ea typeface="Roboto"/>
                <a:cs typeface="Roboto"/>
                <a:sym typeface="Roboto"/>
              </a:rPr>
              <a:t>Grand Comfort Hotel – Karachi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197292" y="1730971"/>
            <a:ext cx="9893415" cy="23229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015"/>
              </a:lnSpc>
            </a:pPr>
            <a:r>
              <a:rPr lang="en-US" sz="8505">
                <a:solidFill>
                  <a:srgbClr val="112838"/>
                </a:solidFill>
                <a:latin typeface="Fredoka"/>
                <a:ea typeface="Fredoka"/>
                <a:cs typeface="Fredoka"/>
                <a:sym typeface="Fredoka"/>
              </a:rPr>
              <a:t>THE ITINERARY &amp; TRIP ESSENTIALS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848223" y="7749635"/>
            <a:ext cx="14591553" cy="6667884"/>
            <a:chOff x="0" y="0"/>
            <a:chExt cx="2273988" cy="103914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273988" cy="1039141"/>
            </a:xfrm>
            <a:custGeom>
              <a:avLst/>
              <a:gdLst/>
              <a:ahLst/>
              <a:cxnLst/>
              <a:rect l="l" t="t" r="r" b="b"/>
              <a:pathLst>
                <a:path w="2273988" h="1039141">
                  <a:moveTo>
                    <a:pt x="1136994" y="0"/>
                  </a:moveTo>
                  <a:cubicBezTo>
                    <a:pt x="509049" y="0"/>
                    <a:pt x="0" y="232620"/>
                    <a:pt x="0" y="519571"/>
                  </a:cubicBezTo>
                  <a:cubicBezTo>
                    <a:pt x="0" y="806522"/>
                    <a:pt x="509049" y="1039141"/>
                    <a:pt x="1136994" y="1039141"/>
                  </a:cubicBezTo>
                  <a:cubicBezTo>
                    <a:pt x="1764938" y="1039141"/>
                    <a:pt x="2273988" y="806522"/>
                    <a:pt x="2273988" y="519571"/>
                  </a:cubicBezTo>
                  <a:cubicBezTo>
                    <a:pt x="2273988" y="232620"/>
                    <a:pt x="1764938" y="0"/>
                    <a:pt x="1136994" y="0"/>
                  </a:cubicBezTo>
                  <a:close/>
                </a:path>
              </a:pathLst>
            </a:custGeom>
            <a:solidFill>
              <a:srgbClr val="F6CFC4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213186" y="49795"/>
              <a:ext cx="1847615" cy="8919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rot="764184">
            <a:off x="9196139" y="5471744"/>
            <a:ext cx="6625417" cy="4252313"/>
          </a:xfrm>
          <a:custGeom>
            <a:avLst/>
            <a:gdLst/>
            <a:ahLst/>
            <a:cxnLst/>
            <a:rect l="l" t="t" r="r" b="b"/>
            <a:pathLst>
              <a:path w="6625417" h="4252313">
                <a:moveTo>
                  <a:pt x="0" y="0"/>
                </a:moveTo>
                <a:lnTo>
                  <a:pt x="6625417" y="0"/>
                </a:lnTo>
                <a:lnTo>
                  <a:pt x="6625417" y="4252313"/>
                </a:lnTo>
                <a:lnTo>
                  <a:pt x="0" y="42523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-484748">
            <a:off x="2398590" y="5703306"/>
            <a:ext cx="6034751" cy="4092659"/>
          </a:xfrm>
          <a:custGeom>
            <a:avLst/>
            <a:gdLst/>
            <a:ahLst/>
            <a:cxnLst/>
            <a:rect l="l" t="t" r="r" b="b"/>
            <a:pathLst>
              <a:path w="6034751" h="4092659">
                <a:moveTo>
                  <a:pt x="0" y="0"/>
                </a:moveTo>
                <a:lnTo>
                  <a:pt x="6034751" y="0"/>
                </a:lnTo>
                <a:lnTo>
                  <a:pt x="6034751" y="4092658"/>
                </a:lnTo>
                <a:lnTo>
                  <a:pt x="0" y="409265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-1552714" y="-226601"/>
            <a:ext cx="5414911" cy="3061886"/>
          </a:xfrm>
          <a:custGeom>
            <a:avLst/>
            <a:gdLst/>
            <a:ahLst/>
            <a:cxnLst/>
            <a:rect l="l" t="t" r="r" b="b"/>
            <a:pathLst>
              <a:path w="5414911" h="3061886">
                <a:moveTo>
                  <a:pt x="0" y="0"/>
                </a:moveTo>
                <a:lnTo>
                  <a:pt x="5414910" y="0"/>
                </a:lnTo>
                <a:lnTo>
                  <a:pt x="5414910" y="3061886"/>
                </a:lnTo>
                <a:lnTo>
                  <a:pt x="0" y="306188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4186356" y="1731833"/>
            <a:ext cx="5414911" cy="3061886"/>
          </a:xfrm>
          <a:custGeom>
            <a:avLst/>
            <a:gdLst/>
            <a:ahLst/>
            <a:cxnLst/>
            <a:rect l="l" t="t" r="r" b="b"/>
            <a:pathLst>
              <a:path w="5414911" h="3061886">
                <a:moveTo>
                  <a:pt x="0" y="0"/>
                </a:moveTo>
                <a:lnTo>
                  <a:pt x="5414911" y="0"/>
                </a:lnTo>
                <a:lnTo>
                  <a:pt x="5414911" y="3061886"/>
                </a:lnTo>
                <a:lnTo>
                  <a:pt x="0" y="306188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02563" y="1213943"/>
            <a:ext cx="3204399" cy="1951770"/>
          </a:xfrm>
          <a:custGeom>
            <a:avLst/>
            <a:gdLst/>
            <a:ahLst/>
            <a:cxnLst/>
            <a:rect l="l" t="t" r="r" b="b"/>
            <a:pathLst>
              <a:path w="3204399" h="1951770">
                <a:moveTo>
                  <a:pt x="0" y="0"/>
                </a:moveTo>
                <a:lnTo>
                  <a:pt x="3204399" y="0"/>
                </a:lnTo>
                <a:lnTo>
                  <a:pt x="3204399" y="1951770"/>
                </a:lnTo>
                <a:lnTo>
                  <a:pt x="0" y="195177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5940510" y="3817834"/>
            <a:ext cx="3204399" cy="1951770"/>
          </a:xfrm>
          <a:custGeom>
            <a:avLst/>
            <a:gdLst/>
            <a:ahLst/>
            <a:cxnLst/>
            <a:rect l="l" t="t" r="r" b="b"/>
            <a:pathLst>
              <a:path w="3204399" h="1951770">
                <a:moveTo>
                  <a:pt x="0" y="0"/>
                </a:moveTo>
                <a:lnTo>
                  <a:pt x="3204399" y="0"/>
                </a:lnTo>
                <a:lnTo>
                  <a:pt x="3204399" y="1951770"/>
                </a:lnTo>
                <a:lnTo>
                  <a:pt x="0" y="195177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8867174">
            <a:off x="4003869" y="2295585"/>
            <a:ext cx="10011403" cy="7098995"/>
          </a:xfrm>
          <a:custGeom>
            <a:avLst/>
            <a:gdLst/>
            <a:ahLst/>
            <a:cxnLst/>
            <a:rect l="l" t="t" r="r" b="b"/>
            <a:pathLst>
              <a:path w="10011403" h="7098995">
                <a:moveTo>
                  <a:pt x="0" y="0"/>
                </a:moveTo>
                <a:lnTo>
                  <a:pt x="10011403" y="0"/>
                </a:lnTo>
                <a:lnTo>
                  <a:pt x="10011403" y="7098995"/>
                </a:lnTo>
                <a:lnTo>
                  <a:pt x="0" y="709899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1992994" y="1028700"/>
            <a:ext cx="5414911" cy="3061886"/>
          </a:xfrm>
          <a:custGeom>
            <a:avLst/>
            <a:gdLst/>
            <a:ahLst/>
            <a:cxnLst/>
            <a:rect l="l" t="t" r="r" b="b"/>
            <a:pathLst>
              <a:path w="5414911" h="3061886">
                <a:moveTo>
                  <a:pt x="0" y="0"/>
                </a:moveTo>
                <a:lnTo>
                  <a:pt x="5414911" y="0"/>
                </a:lnTo>
                <a:lnTo>
                  <a:pt x="5414911" y="3061886"/>
                </a:lnTo>
                <a:lnTo>
                  <a:pt x="0" y="30618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1533035" y="2632961"/>
            <a:ext cx="2778575" cy="3354296"/>
            <a:chOff x="0" y="0"/>
            <a:chExt cx="6350000" cy="766572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350000" cy="7665720"/>
            </a:xfrm>
            <a:custGeom>
              <a:avLst/>
              <a:gdLst/>
              <a:ahLst/>
              <a:cxnLst/>
              <a:rect l="l" t="t" r="r" b="b"/>
              <a:pathLst>
                <a:path w="6350000" h="7665720">
                  <a:moveTo>
                    <a:pt x="929640" y="929640"/>
                  </a:moveTo>
                  <a:cubicBezTo>
                    <a:pt x="-309880" y="2169160"/>
                    <a:pt x="-309880" y="4179570"/>
                    <a:pt x="929640" y="5420360"/>
                  </a:cubicBezTo>
                  <a:lnTo>
                    <a:pt x="3175000" y="7665720"/>
                  </a:lnTo>
                  <a:lnTo>
                    <a:pt x="5420360" y="5420360"/>
                  </a:lnTo>
                  <a:cubicBezTo>
                    <a:pt x="6659880" y="4180840"/>
                    <a:pt x="6659880" y="2170430"/>
                    <a:pt x="5420360" y="929640"/>
                  </a:cubicBezTo>
                  <a:cubicBezTo>
                    <a:pt x="4179570" y="-309880"/>
                    <a:pt x="2170430" y="-309880"/>
                    <a:pt x="929640" y="929640"/>
                  </a:cubicBezTo>
                  <a:close/>
                </a:path>
              </a:pathLst>
            </a:custGeom>
            <a:solidFill>
              <a:srgbClr val="98E0E5"/>
            </a:solidFill>
          </p:spPr>
        </p:sp>
        <p:sp>
          <p:nvSpPr>
            <p:cNvPr id="6" name="Freeform 6"/>
            <p:cNvSpPr/>
            <p:nvPr/>
          </p:nvSpPr>
          <p:spPr>
            <a:xfrm>
              <a:off x="372219" y="384782"/>
              <a:ext cx="5643663" cy="5618536"/>
            </a:xfrm>
            <a:custGeom>
              <a:avLst/>
              <a:gdLst/>
              <a:ahLst/>
              <a:cxnLst/>
              <a:rect l="l" t="t" r="r" b="b"/>
              <a:pathLst>
                <a:path w="5643663" h="5618536">
                  <a:moveTo>
                    <a:pt x="2821831" y="28"/>
                  </a:moveTo>
                  <a:cubicBezTo>
                    <a:pt x="1815193" y="-4474"/>
                    <a:pt x="883090" y="529977"/>
                    <a:pt x="378467" y="1401009"/>
                  </a:cubicBezTo>
                  <a:cubicBezTo>
                    <a:pt x="-126156" y="2272040"/>
                    <a:pt x="-126156" y="3346496"/>
                    <a:pt x="378467" y="4217527"/>
                  </a:cubicBezTo>
                  <a:cubicBezTo>
                    <a:pt x="883090" y="5088558"/>
                    <a:pt x="1815193" y="5623009"/>
                    <a:pt x="2821831" y="5618508"/>
                  </a:cubicBezTo>
                  <a:cubicBezTo>
                    <a:pt x="3828469" y="5623009"/>
                    <a:pt x="4760572" y="5088558"/>
                    <a:pt x="5265195" y="4217527"/>
                  </a:cubicBezTo>
                  <a:cubicBezTo>
                    <a:pt x="5769818" y="3346496"/>
                    <a:pt x="5769818" y="2272040"/>
                    <a:pt x="5265195" y="1401009"/>
                  </a:cubicBezTo>
                  <a:cubicBezTo>
                    <a:pt x="4760572" y="529977"/>
                    <a:pt x="3828469" y="-4474"/>
                    <a:pt x="2821831" y="28"/>
                  </a:cubicBezTo>
                  <a:close/>
                </a:path>
              </a:pathLst>
            </a:custGeom>
            <a:blipFill>
              <a:blip r:embed="rId6"/>
              <a:stretch>
                <a:fillRect l="-24665" r="-24665"/>
              </a:stretch>
            </a:blipFill>
          </p:spPr>
        </p:sp>
      </p:grpSp>
      <p:grpSp>
        <p:nvGrpSpPr>
          <p:cNvPr id="7" name="Group 7"/>
          <p:cNvGrpSpPr>
            <a:grpSpLocks noChangeAspect="1"/>
          </p:cNvGrpSpPr>
          <p:nvPr/>
        </p:nvGrpSpPr>
        <p:grpSpPr>
          <a:xfrm>
            <a:off x="5721310" y="4167935"/>
            <a:ext cx="2778575" cy="3354296"/>
            <a:chOff x="0" y="0"/>
            <a:chExt cx="6350000" cy="766572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350000" cy="7665720"/>
            </a:xfrm>
            <a:custGeom>
              <a:avLst/>
              <a:gdLst/>
              <a:ahLst/>
              <a:cxnLst/>
              <a:rect l="l" t="t" r="r" b="b"/>
              <a:pathLst>
                <a:path w="6350000" h="7665720">
                  <a:moveTo>
                    <a:pt x="929640" y="929640"/>
                  </a:moveTo>
                  <a:cubicBezTo>
                    <a:pt x="-309880" y="2169160"/>
                    <a:pt x="-309880" y="4179570"/>
                    <a:pt x="929640" y="5420360"/>
                  </a:cubicBezTo>
                  <a:lnTo>
                    <a:pt x="3175000" y="7665720"/>
                  </a:lnTo>
                  <a:lnTo>
                    <a:pt x="5420360" y="5420360"/>
                  </a:lnTo>
                  <a:cubicBezTo>
                    <a:pt x="6659880" y="4180840"/>
                    <a:pt x="6659880" y="2170430"/>
                    <a:pt x="5420360" y="929640"/>
                  </a:cubicBezTo>
                  <a:cubicBezTo>
                    <a:pt x="4179570" y="-309880"/>
                    <a:pt x="2170430" y="-309880"/>
                    <a:pt x="929640" y="929640"/>
                  </a:cubicBezTo>
                  <a:close/>
                </a:path>
              </a:pathLst>
            </a:custGeom>
            <a:solidFill>
              <a:srgbClr val="F4BC6A"/>
            </a:solidFill>
          </p:spPr>
        </p:sp>
        <p:sp>
          <p:nvSpPr>
            <p:cNvPr id="9" name="Freeform 9"/>
            <p:cNvSpPr/>
            <p:nvPr/>
          </p:nvSpPr>
          <p:spPr>
            <a:xfrm>
              <a:off x="372219" y="384782"/>
              <a:ext cx="5643663" cy="5618536"/>
            </a:xfrm>
            <a:custGeom>
              <a:avLst/>
              <a:gdLst/>
              <a:ahLst/>
              <a:cxnLst/>
              <a:rect l="l" t="t" r="r" b="b"/>
              <a:pathLst>
                <a:path w="5643663" h="5618536">
                  <a:moveTo>
                    <a:pt x="2821831" y="28"/>
                  </a:moveTo>
                  <a:cubicBezTo>
                    <a:pt x="1815193" y="-4474"/>
                    <a:pt x="883090" y="529977"/>
                    <a:pt x="378467" y="1401009"/>
                  </a:cubicBezTo>
                  <a:cubicBezTo>
                    <a:pt x="-126156" y="2272040"/>
                    <a:pt x="-126156" y="3346496"/>
                    <a:pt x="378467" y="4217527"/>
                  </a:cubicBezTo>
                  <a:cubicBezTo>
                    <a:pt x="883090" y="5088558"/>
                    <a:pt x="1815193" y="5623009"/>
                    <a:pt x="2821831" y="5618508"/>
                  </a:cubicBezTo>
                  <a:cubicBezTo>
                    <a:pt x="3828469" y="5623009"/>
                    <a:pt x="4760572" y="5088558"/>
                    <a:pt x="5265195" y="4217527"/>
                  </a:cubicBezTo>
                  <a:cubicBezTo>
                    <a:pt x="5769818" y="3346496"/>
                    <a:pt x="5769818" y="2272040"/>
                    <a:pt x="5265195" y="1401009"/>
                  </a:cubicBezTo>
                  <a:cubicBezTo>
                    <a:pt x="4760572" y="529977"/>
                    <a:pt x="3828469" y="-4474"/>
                    <a:pt x="2821831" y="28"/>
                  </a:cubicBezTo>
                  <a:close/>
                </a:path>
              </a:pathLst>
            </a:custGeom>
            <a:blipFill>
              <a:blip r:embed="rId7"/>
              <a:stretch>
                <a:fillRect l="-24665" r="-24665"/>
              </a:stretch>
            </a:blipFill>
          </p:spPr>
        </p:sp>
      </p:grpSp>
      <p:grpSp>
        <p:nvGrpSpPr>
          <p:cNvPr id="10" name="Group 10"/>
          <p:cNvGrpSpPr>
            <a:grpSpLocks noChangeAspect="1"/>
          </p:cNvGrpSpPr>
          <p:nvPr/>
        </p:nvGrpSpPr>
        <p:grpSpPr>
          <a:xfrm>
            <a:off x="13976390" y="2884523"/>
            <a:ext cx="2778575" cy="3354296"/>
            <a:chOff x="0" y="0"/>
            <a:chExt cx="6350000" cy="766572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350000" cy="7665720"/>
            </a:xfrm>
            <a:custGeom>
              <a:avLst/>
              <a:gdLst/>
              <a:ahLst/>
              <a:cxnLst/>
              <a:rect l="l" t="t" r="r" b="b"/>
              <a:pathLst>
                <a:path w="6350000" h="7665720">
                  <a:moveTo>
                    <a:pt x="929640" y="929640"/>
                  </a:moveTo>
                  <a:cubicBezTo>
                    <a:pt x="-309880" y="2169160"/>
                    <a:pt x="-309880" y="4179570"/>
                    <a:pt x="929640" y="5420360"/>
                  </a:cubicBezTo>
                  <a:lnTo>
                    <a:pt x="3175000" y="7665720"/>
                  </a:lnTo>
                  <a:lnTo>
                    <a:pt x="5420360" y="5420360"/>
                  </a:lnTo>
                  <a:cubicBezTo>
                    <a:pt x="6659880" y="4180840"/>
                    <a:pt x="6659880" y="2170430"/>
                    <a:pt x="5420360" y="929640"/>
                  </a:cubicBezTo>
                  <a:cubicBezTo>
                    <a:pt x="4179570" y="-309880"/>
                    <a:pt x="2170430" y="-309880"/>
                    <a:pt x="929640" y="929640"/>
                  </a:cubicBezTo>
                  <a:close/>
                </a:path>
              </a:pathLst>
            </a:custGeom>
            <a:solidFill>
              <a:srgbClr val="DF8787"/>
            </a:solidFill>
          </p:spPr>
        </p:sp>
        <p:sp>
          <p:nvSpPr>
            <p:cNvPr id="12" name="Freeform 12"/>
            <p:cNvSpPr/>
            <p:nvPr/>
          </p:nvSpPr>
          <p:spPr>
            <a:xfrm>
              <a:off x="372219" y="384782"/>
              <a:ext cx="5643663" cy="5618536"/>
            </a:xfrm>
            <a:custGeom>
              <a:avLst/>
              <a:gdLst/>
              <a:ahLst/>
              <a:cxnLst/>
              <a:rect l="l" t="t" r="r" b="b"/>
              <a:pathLst>
                <a:path w="5643663" h="5618536">
                  <a:moveTo>
                    <a:pt x="2821831" y="28"/>
                  </a:moveTo>
                  <a:cubicBezTo>
                    <a:pt x="1815193" y="-4474"/>
                    <a:pt x="883090" y="529977"/>
                    <a:pt x="378467" y="1401009"/>
                  </a:cubicBezTo>
                  <a:cubicBezTo>
                    <a:pt x="-126156" y="2272040"/>
                    <a:pt x="-126156" y="3346496"/>
                    <a:pt x="378467" y="4217527"/>
                  </a:cubicBezTo>
                  <a:cubicBezTo>
                    <a:pt x="883090" y="5088558"/>
                    <a:pt x="1815193" y="5623009"/>
                    <a:pt x="2821831" y="5618508"/>
                  </a:cubicBezTo>
                  <a:cubicBezTo>
                    <a:pt x="3828469" y="5623009"/>
                    <a:pt x="4760572" y="5088558"/>
                    <a:pt x="5265195" y="4217527"/>
                  </a:cubicBezTo>
                  <a:cubicBezTo>
                    <a:pt x="5769818" y="3346496"/>
                    <a:pt x="5769818" y="2272040"/>
                    <a:pt x="5265195" y="1401009"/>
                  </a:cubicBezTo>
                  <a:cubicBezTo>
                    <a:pt x="4760572" y="529977"/>
                    <a:pt x="3828469" y="-4474"/>
                    <a:pt x="2821831" y="28"/>
                  </a:cubicBezTo>
                  <a:close/>
                </a:path>
              </a:pathLst>
            </a:custGeom>
            <a:blipFill>
              <a:blip r:embed="rId8"/>
              <a:stretch>
                <a:fillRect l="-24572" r="-24572"/>
              </a:stretch>
            </a:blipFill>
          </p:spPr>
        </p:sp>
      </p:grpSp>
      <p:sp>
        <p:nvSpPr>
          <p:cNvPr id="13" name="TextBox 13"/>
          <p:cNvSpPr txBox="1"/>
          <p:nvPr/>
        </p:nvSpPr>
        <p:spPr>
          <a:xfrm>
            <a:off x="4197292" y="1143000"/>
            <a:ext cx="9893415" cy="11799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015"/>
              </a:lnSpc>
            </a:pPr>
            <a:r>
              <a:rPr lang="en-US" sz="8505">
                <a:solidFill>
                  <a:srgbClr val="112838"/>
                </a:solidFill>
                <a:latin typeface="Fredoka"/>
                <a:ea typeface="Fredoka"/>
                <a:cs typeface="Fredoka"/>
                <a:sym typeface="Fredoka"/>
              </a:rPr>
              <a:t>THE ITINERARY</a:t>
            </a:r>
          </a:p>
        </p:txBody>
      </p:sp>
      <p:grpSp>
        <p:nvGrpSpPr>
          <p:cNvPr id="14" name="Group 14"/>
          <p:cNvGrpSpPr>
            <a:grpSpLocks noChangeAspect="1"/>
          </p:cNvGrpSpPr>
          <p:nvPr/>
        </p:nvGrpSpPr>
        <p:grpSpPr>
          <a:xfrm>
            <a:off x="9911940" y="4310109"/>
            <a:ext cx="2778575" cy="3354296"/>
            <a:chOff x="0" y="0"/>
            <a:chExt cx="6350000" cy="766572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350000" cy="7665720"/>
            </a:xfrm>
            <a:custGeom>
              <a:avLst/>
              <a:gdLst/>
              <a:ahLst/>
              <a:cxnLst/>
              <a:rect l="l" t="t" r="r" b="b"/>
              <a:pathLst>
                <a:path w="6350000" h="7665720">
                  <a:moveTo>
                    <a:pt x="929640" y="929640"/>
                  </a:moveTo>
                  <a:cubicBezTo>
                    <a:pt x="-309880" y="2169160"/>
                    <a:pt x="-309880" y="4179570"/>
                    <a:pt x="929640" y="5420360"/>
                  </a:cubicBezTo>
                  <a:lnTo>
                    <a:pt x="3175000" y="7665720"/>
                  </a:lnTo>
                  <a:lnTo>
                    <a:pt x="5420360" y="5420360"/>
                  </a:lnTo>
                  <a:cubicBezTo>
                    <a:pt x="6659880" y="4180840"/>
                    <a:pt x="6659880" y="2170430"/>
                    <a:pt x="5420360" y="929640"/>
                  </a:cubicBezTo>
                  <a:cubicBezTo>
                    <a:pt x="4179570" y="-309880"/>
                    <a:pt x="2170430" y="-309880"/>
                    <a:pt x="929640" y="929640"/>
                  </a:cubicBezTo>
                  <a:close/>
                </a:path>
              </a:pathLst>
            </a:custGeom>
            <a:solidFill>
              <a:srgbClr val="E2CEFB"/>
            </a:solidFill>
          </p:spPr>
        </p:sp>
        <p:sp>
          <p:nvSpPr>
            <p:cNvPr id="16" name="Freeform 16"/>
            <p:cNvSpPr/>
            <p:nvPr/>
          </p:nvSpPr>
          <p:spPr>
            <a:xfrm>
              <a:off x="372219" y="384782"/>
              <a:ext cx="5643663" cy="5618536"/>
            </a:xfrm>
            <a:custGeom>
              <a:avLst/>
              <a:gdLst/>
              <a:ahLst/>
              <a:cxnLst/>
              <a:rect l="l" t="t" r="r" b="b"/>
              <a:pathLst>
                <a:path w="5643663" h="5618536">
                  <a:moveTo>
                    <a:pt x="2821831" y="28"/>
                  </a:moveTo>
                  <a:cubicBezTo>
                    <a:pt x="1815193" y="-4474"/>
                    <a:pt x="883090" y="529977"/>
                    <a:pt x="378467" y="1401009"/>
                  </a:cubicBezTo>
                  <a:cubicBezTo>
                    <a:pt x="-126156" y="2272040"/>
                    <a:pt x="-126156" y="3346496"/>
                    <a:pt x="378467" y="4217527"/>
                  </a:cubicBezTo>
                  <a:cubicBezTo>
                    <a:pt x="883090" y="5088558"/>
                    <a:pt x="1815193" y="5623009"/>
                    <a:pt x="2821831" y="5618508"/>
                  </a:cubicBezTo>
                  <a:cubicBezTo>
                    <a:pt x="3828469" y="5623009"/>
                    <a:pt x="4760572" y="5088558"/>
                    <a:pt x="5265195" y="4217527"/>
                  </a:cubicBezTo>
                  <a:cubicBezTo>
                    <a:pt x="5769818" y="3346496"/>
                    <a:pt x="5769818" y="2272040"/>
                    <a:pt x="5265195" y="1401009"/>
                  </a:cubicBezTo>
                  <a:cubicBezTo>
                    <a:pt x="4760572" y="529977"/>
                    <a:pt x="3828469" y="-4474"/>
                    <a:pt x="2821831" y="28"/>
                  </a:cubicBezTo>
                  <a:close/>
                </a:path>
              </a:pathLst>
            </a:custGeom>
            <a:blipFill>
              <a:blip r:embed="rId9"/>
              <a:stretch>
                <a:fillRect l="-81859" r="-81859"/>
              </a:stretch>
            </a:blipFill>
          </p:spPr>
        </p:sp>
      </p:grpSp>
      <p:sp>
        <p:nvSpPr>
          <p:cNvPr id="17" name="TextBox 17"/>
          <p:cNvSpPr txBox="1"/>
          <p:nvPr/>
        </p:nvSpPr>
        <p:spPr>
          <a:xfrm>
            <a:off x="1375431" y="6561130"/>
            <a:ext cx="3013650" cy="12114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04"/>
              </a:lnSpc>
            </a:pPr>
            <a:r>
              <a:rPr lang="en-US" sz="3202" spc="-80">
                <a:solidFill>
                  <a:srgbClr val="112838"/>
                </a:solidFill>
                <a:latin typeface="Roboto"/>
                <a:ea typeface="Roboto"/>
                <a:cs typeface="Roboto"/>
                <a:sym typeface="Roboto"/>
              </a:rPr>
              <a:t>Lahore (Departure City)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150351" y="7828444"/>
            <a:ext cx="3993649" cy="12114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04"/>
              </a:lnSpc>
            </a:pPr>
            <a:r>
              <a:rPr lang="en-US" sz="3202" spc="-80">
                <a:solidFill>
                  <a:srgbClr val="112838"/>
                </a:solidFill>
                <a:latin typeface="Roboto"/>
                <a:ea typeface="Roboto"/>
                <a:cs typeface="Roboto"/>
                <a:sym typeface="Roboto"/>
              </a:rPr>
              <a:t>Karachi (Connecting Flight)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794402" y="8054003"/>
            <a:ext cx="3013650" cy="12114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04"/>
              </a:lnSpc>
            </a:pPr>
            <a:r>
              <a:rPr lang="en-US" sz="3202" spc="-80">
                <a:solidFill>
                  <a:srgbClr val="112838"/>
                </a:solidFill>
                <a:latin typeface="Roboto"/>
                <a:ea typeface="Roboto"/>
                <a:cs typeface="Roboto"/>
                <a:sym typeface="Roboto"/>
              </a:rPr>
              <a:t>Dubai (Layover City)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3858852" y="6703304"/>
            <a:ext cx="3013650" cy="12114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04"/>
              </a:lnSpc>
            </a:pPr>
            <a:r>
              <a:rPr lang="en-US" sz="3202" spc="-80">
                <a:solidFill>
                  <a:srgbClr val="112838"/>
                </a:solidFill>
                <a:latin typeface="Roboto"/>
                <a:ea typeface="Roboto"/>
                <a:cs typeface="Roboto"/>
                <a:sym typeface="Roboto"/>
              </a:rPr>
              <a:t>Istanbul (Final Destination)</a:t>
            </a:r>
          </a:p>
        </p:txBody>
      </p:sp>
      <p:sp>
        <p:nvSpPr>
          <p:cNvPr id="21" name="Freeform 21"/>
          <p:cNvSpPr/>
          <p:nvPr/>
        </p:nvSpPr>
        <p:spPr>
          <a:xfrm>
            <a:off x="13976390" y="-1016463"/>
            <a:ext cx="5414911" cy="3061886"/>
          </a:xfrm>
          <a:custGeom>
            <a:avLst/>
            <a:gdLst/>
            <a:ahLst/>
            <a:cxnLst/>
            <a:rect l="l" t="t" r="r" b="b"/>
            <a:pathLst>
              <a:path w="5414911" h="3061886">
                <a:moveTo>
                  <a:pt x="0" y="0"/>
                </a:moveTo>
                <a:lnTo>
                  <a:pt x="5414911" y="0"/>
                </a:lnTo>
                <a:lnTo>
                  <a:pt x="5414911" y="3061886"/>
                </a:lnTo>
                <a:lnTo>
                  <a:pt x="0" y="30618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2" name="Freeform 22"/>
          <p:cNvSpPr/>
          <p:nvPr/>
        </p:nvSpPr>
        <p:spPr>
          <a:xfrm>
            <a:off x="14617960" y="714112"/>
            <a:ext cx="2641340" cy="1608816"/>
          </a:xfrm>
          <a:custGeom>
            <a:avLst/>
            <a:gdLst/>
            <a:ahLst/>
            <a:cxnLst/>
            <a:rect l="l" t="t" r="r" b="b"/>
            <a:pathLst>
              <a:path w="2641340" h="1608816">
                <a:moveTo>
                  <a:pt x="0" y="0"/>
                </a:moveTo>
                <a:lnTo>
                  <a:pt x="2641340" y="0"/>
                </a:lnTo>
                <a:lnTo>
                  <a:pt x="2641340" y="1608816"/>
                </a:lnTo>
                <a:lnTo>
                  <a:pt x="0" y="160881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103337" y="5833114"/>
            <a:ext cx="2158136" cy="2130669"/>
          </a:xfrm>
          <a:custGeom>
            <a:avLst/>
            <a:gdLst/>
            <a:ahLst/>
            <a:cxnLst/>
            <a:rect l="l" t="t" r="r" b="b"/>
            <a:pathLst>
              <a:path w="2158136" h="2130669">
                <a:moveTo>
                  <a:pt x="0" y="0"/>
                </a:moveTo>
                <a:lnTo>
                  <a:pt x="2158136" y="0"/>
                </a:lnTo>
                <a:lnTo>
                  <a:pt x="2158136" y="2130668"/>
                </a:lnTo>
                <a:lnTo>
                  <a:pt x="0" y="21306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1753043" y="5831795"/>
            <a:ext cx="1313267" cy="2130669"/>
          </a:xfrm>
          <a:custGeom>
            <a:avLst/>
            <a:gdLst/>
            <a:ahLst/>
            <a:cxnLst/>
            <a:rect l="l" t="t" r="r" b="b"/>
            <a:pathLst>
              <a:path w="1313267" h="2130669">
                <a:moveTo>
                  <a:pt x="0" y="0"/>
                </a:moveTo>
                <a:lnTo>
                  <a:pt x="1313266" y="0"/>
                </a:lnTo>
                <a:lnTo>
                  <a:pt x="1313266" y="2130669"/>
                </a:lnTo>
                <a:lnTo>
                  <a:pt x="0" y="213066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3976761" y="2666170"/>
            <a:ext cx="1514712" cy="2130669"/>
          </a:xfrm>
          <a:custGeom>
            <a:avLst/>
            <a:gdLst/>
            <a:ahLst/>
            <a:cxnLst/>
            <a:rect l="l" t="t" r="r" b="b"/>
            <a:pathLst>
              <a:path w="1514712" h="2130669">
                <a:moveTo>
                  <a:pt x="0" y="0"/>
                </a:moveTo>
                <a:lnTo>
                  <a:pt x="1514712" y="0"/>
                </a:lnTo>
                <a:lnTo>
                  <a:pt x="1514712" y="2130669"/>
                </a:lnTo>
                <a:lnTo>
                  <a:pt x="0" y="213066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2579730" y="2666170"/>
            <a:ext cx="2311376" cy="2130669"/>
          </a:xfrm>
          <a:custGeom>
            <a:avLst/>
            <a:gdLst/>
            <a:ahLst/>
            <a:cxnLst/>
            <a:rect l="l" t="t" r="r" b="b"/>
            <a:pathLst>
              <a:path w="2311376" h="2130669">
                <a:moveTo>
                  <a:pt x="0" y="0"/>
                </a:moveTo>
                <a:lnTo>
                  <a:pt x="2311377" y="0"/>
                </a:lnTo>
                <a:lnTo>
                  <a:pt x="2311377" y="2130669"/>
                </a:lnTo>
                <a:lnTo>
                  <a:pt x="0" y="213066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6273360" y="2666170"/>
            <a:ext cx="2604151" cy="2130669"/>
          </a:xfrm>
          <a:custGeom>
            <a:avLst/>
            <a:gdLst/>
            <a:ahLst/>
            <a:cxnLst/>
            <a:rect l="l" t="t" r="r" b="b"/>
            <a:pathLst>
              <a:path w="2604151" h="2130669">
                <a:moveTo>
                  <a:pt x="0" y="0"/>
                </a:moveTo>
                <a:lnTo>
                  <a:pt x="2604151" y="0"/>
                </a:lnTo>
                <a:lnTo>
                  <a:pt x="2604151" y="2130669"/>
                </a:lnTo>
                <a:lnTo>
                  <a:pt x="0" y="213066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9659398" y="2666170"/>
            <a:ext cx="2138445" cy="2130669"/>
          </a:xfrm>
          <a:custGeom>
            <a:avLst/>
            <a:gdLst/>
            <a:ahLst/>
            <a:cxnLst/>
            <a:rect l="l" t="t" r="r" b="b"/>
            <a:pathLst>
              <a:path w="2138445" h="2130669">
                <a:moveTo>
                  <a:pt x="0" y="0"/>
                </a:moveTo>
                <a:lnTo>
                  <a:pt x="2138445" y="0"/>
                </a:lnTo>
                <a:lnTo>
                  <a:pt x="2138445" y="2130669"/>
                </a:lnTo>
                <a:lnTo>
                  <a:pt x="0" y="213066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8474351" y="5833114"/>
            <a:ext cx="1987333" cy="2130669"/>
          </a:xfrm>
          <a:custGeom>
            <a:avLst/>
            <a:gdLst/>
            <a:ahLst/>
            <a:cxnLst/>
            <a:rect l="l" t="t" r="r" b="b"/>
            <a:pathLst>
              <a:path w="1987333" h="2130669">
                <a:moveTo>
                  <a:pt x="0" y="0"/>
                </a:moveTo>
                <a:lnTo>
                  <a:pt x="1987333" y="0"/>
                </a:lnTo>
                <a:lnTo>
                  <a:pt x="1987333" y="2130668"/>
                </a:lnTo>
                <a:lnTo>
                  <a:pt x="0" y="213066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5029579">
            <a:off x="-1569431" y="6769144"/>
            <a:ext cx="5196263" cy="4421547"/>
          </a:xfrm>
          <a:custGeom>
            <a:avLst/>
            <a:gdLst/>
            <a:ahLst/>
            <a:cxnLst/>
            <a:rect l="l" t="t" r="r" b="b"/>
            <a:pathLst>
              <a:path w="5196263" h="4421547">
                <a:moveTo>
                  <a:pt x="0" y="0"/>
                </a:moveTo>
                <a:lnTo>
                  <a:pt x="5196262" y="0"/>
                </a:lnTo>
                <a:lnTo>
                  <a:pt x="5196262" y="4421547"/>
                </a:lnTo>
                <a:lnTo>
                  <a:pt x="0" y="4421547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rot="2313655">
            <a:off x="14219831" y="-1850739"/>
            <a:ext cx="6864843" cy="4693056"/>
          </a:xfrm>
          <a:custGeom>
            <a:avLst/>
            <a:gdLst/>
            <a:ahLst/>
            <a:cxnLst/>
            <a:rect l="l" t="t" r="r" b="b"/>
            <a:pathLst>
              <a:path w="6864843" h="4693056">
                <a:moveTo>
                  <a:pt x="0" y="0"/>
                </a:moveTo>
                <a:lnTo>
                  <a:pt x="6864843" y="0"/>
                </a:lnTo>
                <a:lnTo>
                  <a:pt x="6864843" y="4693056"/>
                </a:lnTo>
                <a:lnTo>
                  <a:pt x="0" y="4693056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4152709" y="987853"/>
            <a:ext cx="9982583" cy="11799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015"/>
              </a:lnSpc>
            </a:pPr>
            <a:r>
              <a:rPr lang="en-US" sz="8505">
                <a:solidFill>
                  <a:srgbClr val="112838"/>
                </a:solidFill>
                <a:latin typeface="Fredoka"/>
                <a:ea typeface="Fredoka"/>
                <a:cs typeface="Fredoka"/>
                <a:sym typeface="Fredoka"/>
              </a:rPr>
              <a:t>TRIP ESSENTIALS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291978" y="5013891"/>
            <a:ext cx="2521207" cy="4845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64"/>
              </a:lnSpc>
            </a:pPr>
            <a:r>
              <a:rPr lang="en-US" sz="2642">
                <a:solidFill>
                  <a:srgbClr val="112838"/>
                </a:solidFill>
                <a:latin typeface="Roboto"/>
                <a:ea typeface="Roboto"/>
                <a:cs typeface="Roboto"/>
                <a:sym typeface="Roboto"/>
              </a:rPr>
              <a:t>Passport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057566" y="5013891"/>
            <a:ext cx="2521207" cy="4845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64"/>
              </a:lnSpc>
            </a:pPr>
            <a:r>
              <a:rPr lang="en-US" sz="2642">
                <a:solidFill>
                  <a:srgbClr val="112838"/>
                </a:solidFill>
                <a:latin typeface="Roboto"/>
                <a:ea typeface="Roboto"/>
                <a:cs typeface="Roboto"/>
                <a:sym typeface="Roboto"/>
              </a:rPr>
              <a:t>Camera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579208" y="5013891"/>
            <a:ext cx="2521207" cy="4845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64"/>
              </a:lnSpc>
            </a:pPr>
            <a:r>
              <a:rPr lang="en-US" sz="2642">
                <a:solidFill>
                  <a:srgbClr val="112838"/>
                </a:solidFill>
                <a:latin typeface="Roboto"/>
                <a:ea typeface="Roboto"/>
                <a:cs typeface="Roboto"/>
                <a:sym typeface="Roboto"/>
              </a:rPr>
              <a:t>Headphones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474815" y="5013891"/>
            <a:ext cx="2521207" cy="4845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64"/>
              </a:lnSpc>
            </a:pPr>
            <a:r>
              <a:rPr lang="en-US" sz="2642">
                <a:solidFill>
                  <a:srgbClr val="112838"/>
                </a:solidFill>
                <a:latin typeface="Roboto"/>
                <a:ea typeface="Roboto"/>
                <a:cs typeface="Roboto"/>
                <a:sym typeface="Roboto"/>
              </a:rPr>
              <a:t>Tickets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921802" y="8340560"/>
            <a:ext cx="2521207" cy="4845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64"/>
              </a:lnSpc>
            </a:pPr>
            <a:r>
              <a:rPr lang="en-US" sz="2642">
                <a:solidFill>
                  <a:srgbClr val="112838"/>
                </a:solidFill>
                <a:latin typeface="Roboto"/>
                <a:ea typeface="Roboto"/>
                <a:cs typeface="Roboto"/>
                <a:sym typeface="Roboto"/>
              </a:rPr>
              <a:t>Luggage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207414" y="8340560"/>
            <a:ext cx="2521207" cy="4845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64"/>
              </a:lnSpc>
            </a:pPr>
            <a:r>
              <a:rPr lang="en-US" sz="2642">
                <a:solidFill>
                  <a:srgbClr val="112838"/>
                </a:solidFill>
                <a:latin typeface="Roboto"/>
                <a:ea typeface="Roboto"/>
                <a:cs typeface="Roboto"/>
                <a:sym typeface="Roboto"/>
              </a:rPr>
              <a:t>Clothes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616956" y="8340560"/>
            <a:ext cx="1749242" cy="4845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64"/>
              </a:lnSpc>
            </a:pPr>
            <a:r>
              <a:rPr lang="en-US" sz="2642">
                <a:solidFill>
                  <a:srgbClr val="112838"/>
                </a:solidFill>
                <a:latin typeface="Roboto"/>
                <a:ea typeface="Roboto"/>
                <a:cs typeface="Roboto"/>
                <a:sym typeface="Roboto"/>
              </a:rPr>
              <a:t>Phone</a:t>
            </a:r>
          </a:p>
        </p:txBody>
      </p:sp>
      <p:sp>
        <p:nvSpPr>
          <p:cNvPr id="19" name="Freeform 19"/>
          <p:cNvSpPr/>
          <p:nvPr/>
        </p:nvSpPr>
        <p:spPr>
          <a:xfrm>
            <a:off x="-2005238" y="873553"/>
            <a:ext cx="5414911" cy="3061886"/>
          </a:xfrm>
          <a:custGeom>
            <a:avLst/>
            <a:gdLst/>
            <a:ahLst/>
            <a:cxnLst/>
            <a:rect l="l" t="t" r="r" b="b"/>
            <a:pathLst>
              <a:path w="5414911" h="3061886">
                <a:moveTo>
                  <a:pt x="0" y="0"/>
                </a:moveTo>
                <a:lnTo>
                  <a:pt x="5414911" y="0"/>
                </a:lnTo>
                <a:lnTo>
                  <a:pt x="5414911" y="3061886"/>
                </a:lnTo>
                <a:lnTo>
                  <a:pt x="0" y="3061886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15777072" y="4628159"/>
            <a:ext cx="5414911" cy="3061886"/>
          </a:xfrm>
          <a:custGeom>
            <a:avLst/>
            <a:gdLst/>
            <a:ahLst/>
            <a:cxnLst/>
            <a:rect l="l" t="t" r="r" b="b"/>
            <a:pathLst>
              <a:path w="5414911" h="3061886">
                <a:moveTo>
                  <a:pt x="0" y="0"/>
                </a:moveTo>
                <a:lnTo>
                  <a:pt x="5414910" y="0"/>
                </a:lnTo>
                <a:lnTo>
                  <a:pt x="5414910" y="3061886"/>
                </a:lnTo>
                <a:lnTo>
                  <a:pt x="0" y="3061886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864722" y="1057354"/>
            <a:ext cx="2641340" cy="1608816"/>
          </a:xfrm>
          <a:custGeom>
            <a:avLst/>
            <a:gdLst/>
            <a:ahLst/>
            <a:cxnLst/>
            <a:rect l="l" t="t" r="r" b="b"/>
            <a:pathLst>
              <a:path w="2641340" h="1608816">
                <a:moveTo>
                  <a:pt x="0" y="0"/>
                </a:moveTo>
                <a:lnTo>
                  <a:pt x="2641340" y="0"/>
                </a:lnTo>
                <a:lnTo>
                  <a:pt x="2641340" y="1608816"/>
                </a:lnTo>
                <a:lnTo>
                  <a:pt x="0" y="1608816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339215" y="6522522"/>
            <a:ext cx="6645000" cy="4796482"/>
          </a:xfrm>
          <a:custGeom>
            <a:avLst/>
            <a:gdLst/>
            <a:ahLst/>
            <a:cxnLst/>
            <a:rect l="l" t="t" r="r" b="b"/>
            <a:pathLst>
              <a:path w="6645000" h="4796482">
                <a:moveTo>
                  <a:pt x="0" y="0"/>
                </a:moveTo>
                <a:lnTo>
                  <a:pt x="6645000" y="0"/>
                </a:lnTo>
                <a:lnTo>
                  <a:pt x="6645000" y="4796482"/>
                </a:lnTo>
                <a:lnTo>
                  <a:pt x="0" y="47964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1675843">
            <a:off x="15593168" y="698994"/>
            <a:ext cx="4215701" cy="4467506"/>
          </a:xfrm>
          <a:custGeom>
            <a:avLst/>
            <a:gdLst/>
            <a:ahLst/>
            <a:cxnLst/>
            <a:rect l="l" t="t" r="r" b="b"/>
            <a:pathLst>
              <a:path w="4215701" h="4467506">
                <a:moveTo>
                  <a:pt x="0" y="0"/>
                </a:moveTo>
                <a:lnTo>
                  <a:pt x="4215701" y="0"/>
                </a:lnTo>
                <a:lnTo>
                  <a:pt x="4215701" y="4467506"/>
                </a:lnTo>
                <a:lnTo>
                  <a:pt x="0" y="44675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539530">
            <a:off x="-1423942" y="518476"/>
            <a:ext cx="3286842" cy="5380247"/>
          </a:xfrm>
          <a:custGeom>
            <a:avLst/>
            <a:gdLst/>
            <a:ahLst/>
            <a:cxnLst/>
            <a:rect l="l" t="t" r="r" b="b"/>
            <a:pathLst>
              <a:path w="3286842" h="5380247">
                <a:moveTo>
                  <a:pt x="0" y="0"/>
                </a:moveTo>
                <a:lnTo>
                  <a:pt x="3286842" y="0"/>
                </a:lnTo>
                <a:lnTo>
                  <a:pt x="3286842" y="5380247"/>
                </a:lnTo>
                <a:lnTo>
                  <a:pt x="0" y="538024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3693953" y="1337890"/>
            <a:ext cx="10900093" cy="17378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45"/>
              </a:lnSpc>
            </a:pPr>
            <a:r>
              <a:rPr lang="en-US" sz="6364">
                <a:solidFill>
                  <a:srgbClr val="112838"/>
                </a:solidFill>
                <a:latin typeface="Fredoka"/>
                <a:ea typeface="Fredoka"/>
                <a:cs typeface="Fredoka"/>
                <a:sym typeface="Fredoka"/>
              </a:rPr>
              <a:t>BOOK YOUR NEXT VACATION WITH US!</a:t>
            </a:r>
          </a:p>
        </p:txBody>
      </p:sp>
      <p:sp>
        <p:nvSpPr>
          <p:cNvPr id="6" name="Freeform 6"/>
          <p:cNvSpPr/>
          <p:nvPr/>
        </p:nvSpPr>
        <p:spPr>
          <a:xfrm>
            <a:off x="9240735" y="7437900"/>
            <a:ext cx="454096" cy="697634"/>
          </a:xfrm>
          <a:custGeom>
            <a:avLst/>
            <a:gdLst/>
            <a:ahLst/>
            <a:cxnLst/>
            <a:rect l="l" t="t" r="r" b="b"/>
            <a:pathLst>
              <a:path w="454096" h="697634">
                <a:moveTo>
                  <a:pt x="0" y="0"/>
                </a:moveTo>
                <a:lnTo>
                  <a:pt x="454096" y="0"/>
                </a:lnTo>
                <a:lnTo>
                  <a:pt x="454096" y="697634"/>
                </a:lnTo>
                <a:lnTo>
                  <a:pt x="0" y="69763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9144636" y="4382334"/>
            <a:ext cx="646294" cy="646294"/>
          </a:xfrm>
          <a:custGeom>
            <a:avLst/>
            <a:gdLst/>
            <a:ahLst/>
            <a:cxnLst/>
            <a:rect l="l" t="t" r="r" b="b"/>
            <a:pathLst>
              <a:path w="646294" h="646294">
                <a:moveTo>
                  <a:pt x="0" y="0"/>
                </a:moveTo>
                <a:lnTo>
                  <a:pt x="646294" y="0"/>
                </a:lnTo>
                <a:lnTo>
                  <a:pt x="646294" y="646293"/>
                </a:lnTo>
                <a:lnTo>
                  <a:pt x="0" y="64629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9166570" y="5497013"/>
            <a:ext cx="602425" cy="429981"/>
          </a:xfrm>
          <a:custGeom>
            <a:avLst/>
            <a:gdLst/>
            <a:ahLst/>
            <a:cxnLst/>
            <a:rect l="l" t="t" r="r" b="b"/>
            <a:pathLst>
              <a:path w="602425" h="429981">
                <a:moveTo>
                  <a:pt x="0" y="0"/>
                </a:moveTo>
                <a:lnTo>
                  <a:pt x="602425" y="0"/>
                </a:lnTo>
                <a:lnTo>
                  <a:pt x="602425" y="429981"/>
                </a:lnTo>
                <a:lnTo>
                  <a:pt x="0" y="42998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9144000" y="6430437"/>
            <a:ext cx="647565" cy="658946"/>
          </a:xfrm>
          <a:custGeom>
            <a:avLst/>
            <a:gdLst/>
            <a:ahLst/>
            <a:cxnLst/>
            <a:rect l="l" t="t" r="r" b="b"/>
            <a:pathLst>
              <a:path w="647565" h="658946">
                <a:moveTo>
                  <a:pt x="0" y="0"/>
                </a:moveTo>
                <a:lnTo>
                  <a:pt x="647565" y="0"/>
                </a:lnTo>
                <a:lnTo>
                  <a:pt x="647565" y="658947"/>
                </a:lnTo>
                <a:lnTo>
                  <a:pt x="0" y="658947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0297659" y="5473599"/>
            <a:ext cx="6416834" cy="4200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93"/>
              </a:lnSpc>
            </a:pPr>
            <a:r>
              <a:rPr lang="en-US" sz="2424">
                <a:solidFill>
                  <a:srgbClr val="112838"/>
                </a:solidFill>
                <a:latin typeface="Roboto"/>
                <a:ea typeface="Roboto"/>
                <a:cs typeface="Roboto"/>
                <a:sym typeface="Roboto"/>
              </a:rPr>
              <a:t>HELLO@SKYNAV FLIGHT.COM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97659" y="4467076"/>
            <a:ext cx="6416834" cy="4200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93"/>
              </a:lnSpc>
            </a:pPr>
            <a:r>
              <a:rPr lang="en-US" sz="2424">
                <a:solidFill>
                  <a:srgbClr val="112838"/>
                </a:solidFill>
                <a:latin typeface="Roboto"/>
                <a:ea typeface="Roboto"/>
                <a:cs typeface="Roboto"/>
                <a:sym typeface="Roboto"/>
              </a:rPr>
              <a:t>123-456-7890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97659" y="6521506"/>
            <a:ext cx="6416834" cy="4200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93"/>
              </a:lnSpc>
            </a:pPr>
            <a:r>
              <a:rPr lang="en-US" sz="2424">
                <a:solidFill>
                  <a:srgbClr val="112838"/>
                </a:solidFill>
                <a:latin typeface="Roboto"/>
                <a:ea typeface="Roboto"/>
                <a:cs typeface="Roboto"/>
                <a:sym typeface="Roboto"/>
              </a:rPr>
              <a:t>WWW.SKYNAV FLIGHT.COM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97659" y="7548313"/>
            <a:ext cx="6416834" cy="4200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93"/>
              </a:lnSpc>
            </a:pPr>
            <a:r>
              <a:rPr lang="en-US" sz="2424">
                <a:solidFill>
                  <a:srgbClr val="112838"/>
                </a:solidFill>
                <a:latin typeface="Roboto"/>
                <a:ea typeface="Roboto"/>
                <a:cs typeface="Roboto"/>
                <a:sym typeface="Roboto"/>
              </a:rPr>
              <a:t>123-LDA, LHR CITY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983285" y="4776304"/>
            <a:ext cx="6142007" cy="9430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33"/>
              </a:lnSpc>
            </a:pPr>
            <a:r>
              <a:rPr lang="en-US" sz="6823">
                <a:solidFill>
                  <a:srgbClr val="112838"/>
                </a:solidFill>
                <a:latin typeface="Fredoka"/>
                <a:ea typeface="Fredoka"/>
                <a:cs typeface="Fredoka"/>
                <a:sym typeface="Fredoka"/>
              </a:rPr>
              <a:t>CONTACT US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542223" y="5855882"/>
            <a:ext cx="5024131" cy="4570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54"/>
              </a:lnSpc>
            </a:pPr>
            <a:r>
              <a:rPr lang="en-US" sz="2502" spc="-62">
                <a:solidFill>
                  <a:srgbClr val="112838"/>
                </a:solidFill>
                <a:latin typeface="Roboto"/>
                <a:ea typeface="Roboto"/>
                <a:cs typeface="Roboto"/>
                <a:sym typeface="Roboto"/>
              </a:rPr>
              <a:t>@SKYNAV FLIGHT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506750" y="1470741"/>
            <a:ext cx="13274499" cy="1074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215"/>
              </a:lnSpc>
            </a:pPr>
            <a:r>
              <a:rPr lang="en-US" sz="7750">
                <a:solidFill>
                  <a:srgbClr val="112838"/>
                </a:solidFill>
                <a:latin typeface="Fredoka"/>
                <a:ea typeface="Fredoka"/>
                <a:cs typeface="Fredoka"/>
                <a:sym typeface="Fredoka"/>
              </a:rPr>
              <a:t>FREE RESOURCE PAGE</a:t>
            </a:r>
          </a:p>
        </p:txBody>
      </p:sp>
      <p:sp>
        <p:nvSpPr>
          <p:cNvPr id="3" name="Freeform 3"/>
          <p:cNvSpPr/>
          <p:nvPr/>
        </p:nvSpPr>
        <p:spPr>
          <a:xfrm>
            <a:off x="9011689" y="6009154"/>
            <a:ext cx="2464034" cy="1052815"/>
          </a:xfrm>
          <a:custGeom>
            <a:avLst/>
            <a:gdLst/>
            <a:ahLst/>
            <a:cxnLst/>
            <a:rect l="l" t="t" r="r" b="b"/>
            <a:pathLst>
              <a:path w="2464034" h="1052815">
                <a:moveTo>
                  <a:pt x="0" y="0"/>
                </a:moveTo>
                <a:lnTo>
                  <a:pt x="2464034" y="0"/>
                </a:lnTo>
                <a:lnTo>
                  <a:pt x="2464034" y="1052815"/>
                </a:lnTo>
                <a:lnTo>
                  <a:pt x="0" y="10528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4562263" y="3627170"/>
            <a:ext cx="1330578" cy="1386019"/>
          </a:xfrm>
          <a:custGeom>
            <a:avLst/>
            <a:gdLst/>
            <a:ahLst/>
            <a:cxnLst/>
            <a:rect l="l" t="t" r="r" b="b"/>
            <a:pathLst>
              <a:path w="1330578" h="1386019">
                <a:moveTo>
                  <a:pt x="0" y="0"/>
                </a:moveTo>
                <a:lnTo>
                  <a:pt x="1330578" y="0"/>
                </a:lnTo>
                <a:lnTo>
                  <a:pt x="1330578" y="1386019"/>
                </a:lnTo>
                <a:lnTo>
                  <a:pt x="0" y="138601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3161217" y="5842552"/>
            <a:ext cx="675369" cy="1386019"/>
          </a:xfrm>
          <a:custGeom>
            <a:avLst/>
            <a:gdLst/>
            <a:ahLst/>
            <a:cxnLst/>
            <a:rect l="l" t="t" r="r" b="b"/>
            <a:pathLst>
              <a:path w="675369" h="1386019">
                <a:moveTo>
                  <a:pt x="0" y="0"/>
                </a:moveTo>
                <a:lnTo>
                  <a:pt x="675370" y="0"/>
                </a:lnTo>
                <a:lnTo>
                  <a:pt x="675370" y="1386019"/>
                </a:lnTo>
                <a:lnTo>
                  <a:pt x="0" y="138601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3007963" y="3627170"/>
            <a:ext cx="854292" cy="1386019"/>
          </a:xfrm>
          <a:custGeom>
            <a:avLst/>
            <a:gdLst/>
            <a:ahLst/>
            <a:cxnLst/>
            <a:rect l="l" t="t" r="r" b="b"/>
            <a:pathLst>
              <a:path w="854292" h="1386019">
                <a:moveTo>
                  <a:pt x="0" y="0"/>
                </a:moveTo>
                <a:lnTo>
                  <a:pt x="854292" y="0"/>
                </a:lnTo>
                <a:lnTo>
                  <a:pt x="854292" y="1386019"/>
                </a:lnTo>
                <a:lnTo>
                  <a:pt x="0" y="138601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3861072" y="5842552"/>
            <a:ext cx="1920178" cy="1386019"/>
          </a:xfrm>
          <a:custGeom>
            <a:avLst/>
            <a:gdLst/>
            <a:ahLst/>
            <a:cxnLst/>
            <a:rect l="l" t="t" r="r" b="b"/>
            <a:pathLst>
              <a:path w="1920178" h="1386019">
                <a:moveTo>
                  <a:pt x="0" y="0"/>
                </a:moveTo>
                <a:lnTo>
                  <a:pt x="1920178" y="0"/>
                </a:lnTo>
                <a:lnTo>
                  <a:pt x="1920178" y="1386019"/>
                </a:lnTo>
                <a:lnTo>
                  <a:pt x="0" y="138601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2175731" y="5842552"/>
            <a:ext cx="985334" cy="1386019"/>
          </a:xfrm>
          <a:custGeom>
            <a:avLst/>
            <a:gdLst/>
            <a:ahLst/>
            <a:cxnLst/>
            <a:rect l="l" t="t" r="r" b="b"/>
            <a:pathLst>
              <a:path w="985334" h="1386019">
                <a:moveTo>
                  <a:pt x="0" y="0"/>
                </a:moveTo>
                <a:lnTo>
                  <a:pt x="985333" y="0"/>
                </a:lnTo>
                <a:lnTo>
                  <a:pt x="985333" y="1386019"/>
                </a:lnTo>
                <a:lnTo>
                  <a:pt x="0" y="138601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7427149" y="5842552"/>
            <a:ext cx="884532" cy="1386019"/>
          </a:xfrm>
          <a:custGeom>
            <a:avLst/>
            <a:gdLst/>
            <a:ahLst/>
            <a:cxnLst/>
            <a:rect l="l" t="t" r="r" b="b"/>
            <a:pathLst>
              <a:path w="884532" h="1386019">
                <a:moveTo>
                  <a:pt x="0" y="0"/>
                </a:moveTo>
                <a:lnTo>
                  <a:pt x="884532" y="0"/>
                </a:lnTo>
                <a:lnTo>
                  <a:pt x="884532" y="1386019"/>
                </a:lnTo>
                <a:lnTo>
                  <a:pt x="0" y="138601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4536594" y="5842552"/>
            <a:ext cx="2190547" cy="1386019"/>
          </a:xfrm>
          <a:custGeom>
            <a:avLst/>
            <a:gdLst/>
            <a:ahLst/>
            <a:cxnLst/>
            <a:rect l="l" t="t" r="r" b="b"/>
            <a:pathLst>
              <a:path w="2190547" h="1386019">
                <a:moveTo>
                  <a:pt x="0" y="0"/>
                </a:moveTo>
                <a:lnTo>
                  <a:pt x="2190548" y="0"/>
                </a:lnTo>
                <a:lnTo>
                  <a:pt x="2190548" y="1386019"/>
                </a:lnTo>
                <a:lnTo>
                  <a:pt x="0" y="1386019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4397578" y="3599449"/>
            <a:ext cx="1752438" cy="1386019"/>
          </a:xfrm>
          <a:custGeom>
            <a:avLst/>
            <a:gdLst/>
            <a:ahLst/>
            <a:cxnLst/>
            <a:rect l="l" t="t" r="r" b="b"/>
            <a:pathLst>
              <a:path w="1752438" h="1386019">
                <a:moveTo>
                  <a:pt x="0" y="0"/>
                </a:moveTo>
                <a:lnTo>
                  <a:pt x="1752438" y="0"/>
                </a:lnTo>
                <a:lnTo>
                  <a:pt x="1752438" y="1386019"/>
                </a:lnTo>
                <a:lnTo>
                  <a:pt x="0" y="1386019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3159841" y="3599449"/>
            <a:ext cx="989271" cy="1386019"/>
          </a:xfrm>
          <a:custGeom>
            <a:avLst/>
            <a:gdLst/>
            <a:ahLst/>
            <a:cxnLst/>
            <a:rect l="l" t="t" r="r" b="b"/>
            <a:pathLst>
              <a:path w="989271" h="1386019">
                <a:moveTo>
                  <a:pt x="0" y="0"/>
                </a:moveTo>
                <a:lnTo>
                  <a:pt x="989271" y="0"/>
                </a:lnTo>
                <a:lnTo>
                  <a:pt x="989271" y="1386019"/>
                </a:lnTo>
                <a:lnTo>
                  <a:pt x="0" y="1386019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0656018" y="3599449"/>
            <a:ext cx="2255357" cy="1386019"/>
          </a:xfrm>
          <a:custGeom>
            <a:avLst/>
            <a:gdLst/>
            <a:ahLst/>
            <a:cxnLst/>
            <a:rect l="l" t="t" r="r" b="b"/>
            <a:pathLst>
              <a:path w="2255357" h="1386019">
                <a:moveTo>
                  <a:pt x="0" y="0"/>
                </a:moveTo>
                <a:lnTo>
                  <a:pt x="2255356" y="0"/>
                </a:lnTo>
                <a:lnTo>
                  <a:pt x="2255356" y="1386019"/>
                </a:lnTo>
                <a:lnTo>
                  <a:pt x="0" y="1386019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7943518" y="3627170"/>
            <a:ext cx="2464034" cy="1330578"/>
          </a:xfrm>
          <a:custGeom>
            <a:avLst/>
            <a:gdLst/>
            <a:ahLst/>
            <a:cxnLst/>
            <a:rect l="l" t="t" r="r" b="b"/>
            <a:pathLst>
              <a:path w="2464034" h="1330578">
                <a:moveTo>
                  <a:pt x="0" y="0"/>
                </a:moveTo>
                <a:lnTo>
                  <a:pt x="2464033" y="0"/>
                </a:lnTo>
                <a:lnTo>
                  <a:pt x="2464033" y="1330578"/>
                </a:lnTo>
                <a:lnTo>
                  <a:pt x="0" y="1330578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6525755" y="3599449"/>
            <a:ext cx="1169296" cy="1386019"/>
          </a:xfrm>
          <a:custGeom>
            <a:avLst/>
            <a:gdLst/>
            <a:ahLst/>
            <a:cxnLst/>
            <a:rect l="l" t="t" r="r" b="b"/>
            <a:pathLst>
              <a:path w="1169296" h="1386019">
                <a:moveTo>
                  <a:pt x="0" y="0"/>
                </a:moveTo>
                <a:lnTo>
                  <a:pt x="1169296" y="0"/>
                </a:lnTo>
                <a:lnTo>
                  <a:pt x="1169296" y="1386019"/>
                </a:lnTo>
                <a:lnTo>
                  <a:pt x="0" y="1386019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6574482" y="2666730"/>
            <a:ext cx="5046288" cy="4953540"/>
          </a:xfrm>
          <a:custGeom>
            <a:avLst/>
            <a:gdLst/>
            <a:ahLst/>
            <a:cxnLst/>
            <a:rect l="l" t="t" r="r" b="b"/>
            <a:pathLst>
              <a:path w="5046288" h="4953540">
                <a:moveTo>
                  <a:pt x="0" y="0"/>
                </a:moveTo>
                <a:lnTo>
                  <a:pt x="5046288" y="0"/>
                </a:lnTo>
                <a:lnTo>
                  <a:pt x="5046288" y="4953540"/>
                </a:lnTo>
                <a:lnTo>
                  <a:pt x="0" y="49535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936" b="-936"/>
            </a:stretch>
          </a:blipFill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2949" b="-1307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338</Words>
  <Application>Microsoft Office PowerPoint</Application>
  <PresentationFormat>Custom</PresentationFormat>
  <Paragraphs>64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Calibri</vt:lpstr>
      <vt:lpstr>Roboto Bold</vt:lpstr>
      <vt:lpstr>Arial</vt:lpstr>
      <vt:lpstr>Fredoka</vt:lpstr>
      <vt:lpstr>Roboto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Presented by: SKYNAV</dc:title>
  <dc:creator>Perfect PC</dc:creator>
  <cp:lastModifiedBy>Arisha Inayat Inyat Ullah</cp:lastModifiedBy>
  <cp:revision>2</cp:revision>
  <dcterms:created xsi:type="dcterms:W3CDTF">2006-08-16T00:00:00Z</dcterms:created>
  <dcterms:modified xsi:type="dcterms:W3CDTF">2025-12-13T16:25:29Z</dcterms:modified>
  <dc:identifier>DAG7ZqoLSio</dc:identifier>
</cp:coreProperties>
</file>